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2"/>
  </p:notesMasterIdLst>
  <p:sldIdLst>
    <p:sldId id="1254" r:id="rId2"/>
    <p:sldId id="960" r:id="rId3"/>
    <p:sldId id="956" r:id="rId4"/>
    <p:sldId id="957" r:id="rId5"/>
    <p:sldId id="958" r:id="rId6"/>
    <p:sldId id="959" r:id="rId7"/>
    <p:sldId id="961" r:id="rId8"/>
    <p:sldId id="962" r:id="rId9"/>
    <p:sldId id="963" r:id="rId10"/>
    <p:sldId id="964" r:id="rId11"/>
    <p:sldId id="965" r:id="rId12"/>
    <p:sldId id="966" r:id="rId13"/>
    <p:sldId id="967" r:id="rId14"/>
    <p:sldId id="969" r:id="rId15"/>
    <p:sldId id="970" r:id="rId16"/>
    <p:sldId id="974" r:id="rId17"/>
    <p:sldId id="973" r:id="rId18"/>
    <p:sldId id="981" r:id="rId19"/>
    <p:sldId id="976" r:id="rId20"/>
    <p:sldId id="975" r:id="rId21"/>
    <p:sldId id="1195" r:id="rId22"/>
    <p:sldId id="977" r:id="rId23"/>
    <p:sldId id="978" r:id="rId24"/>
    <p:sldId id="979" r:id="rId25"/>
    <p:sldId id="980" r:id="rId26"/>
    <p:sldId id="968" r:id="rId27"/>
    <p:sldId id="982" r:id="rId28"/>
    <p:sldId id="985" r:id="rId29"/>
    <p:sldId id="1201" r:id="rId30"/>
    <p:sldId id="1202" r:id="rId31"/>
    <p:sldId id="983" r:id="rId32"/>
    <p:sldId id="1193" r:id="rId33"/>
    <p:sldId id="1194" r:id="rId34"/>
    <p:sldId id="986" r:id="rId35"/>
    <p:sldId id="987" r:id="rId36"/>
    <p:sldId id="988" r:id="rId37"/>
    <p:sldId id="989" r:id="rId38"/>
    <p:sldId id="991" r:id="rId39"/>
    <p:sldId id="992" r:id="rId40"/>
    <p:sldId id="995" r:id="rId41"/>
    <p:sldId id="994" r:id="rId42"/>
    <p:sldId id="996" r:id="rId43"/>
    <p:sldId id="997" r:id="rId44"/>
    <p:sldId id="998" r:id="rId45"/>
    <p:sldId id="999" r:id="rId46"/>
    <p:sldId id="1000" r:id="rId47"/>
    <p:sldId id="1002" r:id="rId48"/>
    <p:sldId id="1003" r:id="rId49"/>
    <p:sldId id="1004" r:id="rId50"/>
    <p:sldId id="1005" r:id="rId51"/>
    <p:sldId id="1006" r:id="rId52"/>
    <p:sldId id="1007" r:id="rId53"/>
    <p:sldId id="1008" r:id="rId54"/>
    <p:sldId id="1009" r:id="rId55"/>
    <p:sldId id="1010" r:id="rId56"/>
    <p:sldId id="1011" r:id="rId57"/>
    <p:sldId id="1012" r:id="rId58"/>
    <p:sldId id="1013" r:id="rId59"/>
    <p:sldId id="1014" r:id="rId60"/>
    <p:sldId id="1015" r:id="rId61"/>
    <p:sldId id="1217" r:id="rId62"/>
    <p:sldId id="1017" r:id="rId63"/>
    <p:sldId id="1021" r:id="rId64"/>
    <p:sldId id="1022" r:id="rId65"/>
    <p:sldId id="1020" r:id="rId66"/>
    <p:sldId id="1206" r:id="rId67"/>
    <p:sldId id="1023" r:id="rId68"/>
    <p:sldId id="1025" r:id="rId69"/>
    <p:sldId id="1026" r:id="rId70"/>
    <p:sldId id="1027" r:id="rId71"/>
    <p:sldId id="1028" r:id="rId72"/>
    <p:sldId id="1029" r:id="rId73"/>
    <p:sldId id="1208" r:id="rId74"/>
    <p:sldId id="1209" r:id="rId75"/>
    <p:sldId id="1216" r:id="rId76"/>
    <p:sldId id="1228" r:id="rId77"/>
    <p:sldId id="1252" r:id="rId78"/>
    <p:sldId id="1030" r:id="rId79"/>
    <p:sldId id="1031" r:id="rId80"/>
    <p:sldId id="1032" r:id="rId81"/>
    <p:sldId id="1033" r:id="rId82"/>
    <p:sldId id="1034" r:id="rId83"/>
    <p:sldId id="1036" r:id="rId84"/>
    <p:sldId id="1035" r:id="rId85"/>
    <p:sldId id="1037" r:id="rId86"/>
    <p:sldId id="1038" r:id="rId87"/>
    <p:sldId id="1040" r:id="rId88"/>
    <p:sldId id="1253" r:id="rId89"/>
    <p:sldId id="1212" r:id="rId90"/>
    <p:sldId id="1039" r:id="rId9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59BD4"/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3751"/>
    <p:restoredTop sz="91457"/>
  </p:normalViewPr>
  <p:slideViewPr>
    <p:cSldViewPr snapToGrid="0" snapToObjects="1">
      <p:cViewPr varScale="1">
        <p:scale>
          <a:sx n="101" d="100"/>
          <a:sy n="101" d="100"/>
        </p:scale>
        <p:origin x="208" y="117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heme" Target="theme/theme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microsoft.com/office/2016/11/relationships/changesInfo" Target="changesInfos/changesInfo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ominik Böhler" userId="d6f71161-d1cb-4399-82c4-d80fb5b4761d" providerId="ADAL" clId="{F4CCB16D-5263-5ED3-BD43-2589E3E33B79}"/>
    <pc:docChg chg="custSel addSld modSld sldOrd">
      <pc:chgData name="Dominik Böhler" userId="d6f71161-d1cb-4399-82c4-d80fb5b4761d" providerId="ADAL" clId="{F4CCB16D-5263-5ED3-BD43-2589E3E33B79}" dt="2026-10-02T11:51:02.457" v="83" actId="14100"/>
      <pc:docMkLst>
        <pc:docMk/>
      </pc:docMkLst>
      <pc:sldChg chg="delSp modSp mod">
        <pc:chgData name="Dominik Böhler" userId="d6f71161-d1cb-4399-82c4-d80fb5b4761d" providerId="ADAL" clId="{F4CCB16D-5263-5ED3-BD43-2589E3E33B79}" dt="2026-10-02T11:50:38.250" v="78" actId="1076"/>
        <pc:sldMkLst>
          <pc:docMk/>
          <pc:sldMk cId="2314825519" sldId="960"/>
        </pc:sldMkLst>
        <pc:spChg chg="del">
          <ac:chgData name="Dominik Böhler" userId="d6f71161-d1cb-4399-82c4-d80fb5b4761d" providerId="ADAL" clId="{F4CCB16D-5263-5ED3-BD43-2589E3E33B79}" dt="2026-10-02T11:50:25.124" v="74" actId="478"/>
          <ac:spMkLst>
            <pc:docMk/>
            <pc:sldMk cId="2314825519" sldId="960"/>
            <ac:spMk id="7" creationId="{8A719B73-7005-5F48-AB23-FCC253DE1BCB}"/>
          </ac:spMkLst>
        </pc:spChg>
        <pc:spChg chg="mod">
          <ac:chgData name="Dominik Böhler" userId="d6f71161-d1cb-4399-82c4-d80fb5b4761d" providerId="ADAL" clId="{F4CCB16D-5263-5ED3-BD43-2589E3E33B79}" dt="2026-10-02T11:50:38.250" v="78" actId="1076"/>
          <ac:spMkLst>
            <pc:docMk/>
            <pc:sldMk cId="2314825519" sldId="960"/>
            <ac:spMk id="8" creationId="{BD221538-7929-D34F-8387-EA57F966E19A}"/>
          </ac:spMkLst>
        </pc:spChg>
      </pc:sldChg>
      <pc:sldChg chg="modSp mod">
        <pc:chgData name="Dominik Böhler" userId="d6f71161-d1cb-4399-82c4-d80fb5b4761d" providerId="ADAL" clId="{F4CCB16D-5263-5ED3-BD43-2589E3E33B79}" dt="2026-10-02T09:44:53.758" v="73" actId="400"/>
        <pc:sldMkLst>
          <pc:docMk/>
          <pc:sldMk cId="1470786342" sldId="1002"/>
        </pc:sldMkLst>
        <pc:spChg chg="mod">
          <ac:chgData name="Dominik Böhler" userId="d6f71161-d1cb-4399-82c4-d80fb5b4761d" providerId="ADAL" clId="{F4CCB16D-5263-5ED3-BD43-2589E3E33B79}" dt="2026-10-02T09:44:53.758" v="73" actId="400"/>
          <ac:spMkLst>
            <pc:docMk/>
            <pc:sldMk cId="1470786342" sldId="1002"/>
            <ac:spMk id="9" creationId="{55AB9D8D-7F05-094B-8DA6-3095A7A7A096}"/>
          </ac:spMkLst>
        </pc:spChg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2282070173" sldId="1003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453457216" sldId="1004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58051385" sldId="1005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1683255681" sldId="1006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676598006" sldId="1007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3081701120" sldId="1008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243383833" sldId="1009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234981406" sldId="1010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2226632230" sldId="1011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1703818739" sldId="1012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4201790252" sldId="1013"/>
        </pc:sldMkLst>
      </pc:sldChg>
      <pc:sldChg chg="mod modShow">
        <pc:chgData name="Dominik Böhler" userId="d6f71161-d1cb-4399-82c4-d80fb5b4761d" providerId="ADAL" clId="{F4CCB16D-5263-5ED3-BD43-2589E3E33B79}" dt="2026-10-02T09:44:29.736" v="71" actId="729"/>
        <pc:sldMkLst>
          <pc:docMk/>
          <pc:sldMk cId="4212891699" sldId="1014"/>
        </pc:sldMkLst>
      </pc:sldChg>
      <pc:sldChg chg="modSp mod">
        <pc:chgData name="Dominik Böhler" userId="d6f71161-d1cb-4399-82c4-d80fb5b4761d" providerId="ADAL" clId="{F4CCB16D-5263-5ED3-BD43-2589E3E33B79}" dt="2026-10-02T09:44:14.314" v="70" actId="20577"/>
        <pc:sldMkLst>
          <pc:docMk/>
          <pc:sldMk cId="3102436567" sldId="1015"/>
        </pc:sldMkLst>
        <pc:spChg chg="mod">
          <ac:chgData name="Dominik Böhler" userId="d6f71161-d1cb-4399-82c4-d80fb5b4761d" providerId="ADAL" clId="{F4CCB16D-5263-5ED3-BD43-2589E3E33B79}" dt="2026-10-02T09:44:14.314" v="70" actId="20577"/>
          <ac:spMkLst>
            <pc:docMk/>
            <pc:sldMk cId="3102436567" sldId="1015"/>
            <ac:spMk id="9" creationId="{55AB9D8D-7F05-094B-8DA6-3095A7A7A096}"/>
          </ac:spMkLst>
        </pc:spChg>
      </pc:sldChg>
      <pc:sldChg chg="mod modShow">
        <pc:chgData name="Dominik Böhler" userId="d6f71161-d1cb-4399-82c4-d80fb5b4761d" providerId="ADAL" clId="{F4CCB16D-5263-5ED3-BD43-2589E3E33B79}" dt="2026-10-02T09:43:45.044" v="0" actId="729"/>
        <pc:sldMkLst>
          <pc:docMk/>
          <pc:sldMk cId="122004853" sldId="1017"/>
        </pc:sldMkLst>
      </pc:sldChg>
      <pc:sldChg chg="mod modShow">
        <pc:chgData name="Dominik Böhler" userId="d6f71161-d1cb-4399-82c4-d80fb5b4761d" providerId="ADAL" clId="{F4CCB16D-5263-5ED3-BD43-2589E3E33B79}" dt="2026-10-02T09:43:45.044" v="0" actId="729"/>
        <pc:sldMkLst>
          <pc:docMk/>
          <pc:sldMk cId="1717233500" sldId="1020"/>
        </pc:sldMkLst>
      </pc:sldChg>
      <pc:sldChg chg="mod modShow">
        <pc:chgData name="Dominik Böhler" userId="d6f71161-d1cb-4399-82c4-d80fb5b4761d" providerId="ADAL" clId="{F4CCB16D-5263-5ED3-BD43-2589E3E33B79}" dt="2026-10-02T09:43:45.044" v="0" actId="729"/>
        <pc:sldMkLst>
          <pc:docMk/>
          <pc:sldMk cId="736197137" sldId="1021"/>
        </pc:sldMkLst>
      </pc:sldChg>
      <pc:sldChg chg="mod modShow">
        <pc:chgData name="Dominik Böhler" userId="d6f71161-d1cb-4399-82c4-d80fb5b4761d" providerId="ADAL" clId="{F4CCB16D-5263-5ED3-BD43-2589E3E33B79}" dt="2026-10-02T09:43:45.044" v="0" actId="729"/>
        <pc:sldMkLst>
          <pc:docMk/>
          <pc:sldMk cId="3795679529" sldId="1022"/>
        </pc:sldMkLst>
      </pc:sldChg>
      <pc:sldChg chg="mod modShow">
        <pc:chgData name="Dominik Böhler" userId="d6f71161-d1cb-4399-82c4-d80fb5b4761d" providerId="ADAL" clId="{F4CCB16D-5263-5ED3-BD43-2589E3E33B79}" dt="2026-10-02T09:43:45.044" v="0" actId="729"/>
        <pc:sldMkLst>
          <pc:docMk/>
          <pc:sldMk cId="2256639151" sldId="1206"/>
        </pc:sldMkLst>
      </pc:sldChg>
      <pc:sldChg chg="mod modShow">
        <pc:chgData name="Dominik Böhler" userId="d6f71161-d1cb-4399-82c4-d80fb5b4761d" providerId="ADAL" clId="{F4CCB16D-5263-5ED3-BD43-2589E3E33B79}" dt="2026-10-02T09:43:45.044" v="0" actId="729"/>
        <pc:sldMkLst>
          <pc:docMk/>
          <pc:sldMk cId="3628723615" sldId="1217"/>
        </pc:sldMkLst>
      </pc:sldChg>
      <pc:sldChg chg="addSp modSp new mod ord">
        <pc:chgData name="Dominik Böhler" userId="d6f71161-d1cb-4399-82c4-d80fb5b4761d" providerId="ADAL" clId="{F4CCB16D-5263-5ED3-BD43-2589E3E33B79}" dt="2026-10-02T11:51:02.457" v="83" actId="14100"/>
        <pc:sldMkLst>
          <pc:docMk/>
          <pc:sldMk cId="3778049453" sldId="1254"/>
        </pc:sldMkLst>
        <pc:picChg chg="add mod">
          <ac:chgData name="Dominik Böhler" userId="d6f71161-d1cb-4399-82c4-d80fb5b4761d" providerId="ADAL" clId="{F4CCB16D-5263-5ED3-BD43-2589E3E33B79}" dt="2026-10-02T11:51:02.457" v="83" actId="14100"/>
          <ac:picMkLst>
            <pc:docMk/>
            <pc:sldMk cId="3778049453" sldId="1254"/>
            <ac:picMk id="4" creationId="{05087252-4AEA-6911-F04E-4E5A1BF86274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10/2/26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9.0:  updated to 9</a:t>
            </a:r>
            <a:r>
              <a:rPr lang="en-US" baseline="30000" dirty="0"/>
              <a:t>th</a:t>
            </a:r>
            <a:r>
              <a:rPr lang="en-US" dirty="0"/>
              <a:t> Edition, June 2025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092260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png"/><Relationship Id="rId18" Type="http://schemas.openxmlformats.org/officeDocument/2006/relationships/image" Target="../media/image39.jpeg"/><Relationship Id="rId3" Type="http://schemas.openxmlformats.org/officeDocument/2006/relationships/image" Target="../media/image25.png"/><Relationship Id="rId21" Type="http://schemas.openxmlformats.org/officeDocument/2006/relationships/image" Target="../media/image42.png"/><Relationship Id="rId7" Type="http://schemas.openxmlformats.org/officeDocument/2006/relationships/image" Target="../media/image29.jpeg"/><Relationship Id="rId12" Type="http://schemas.openxmlformats.org/officeDocument/2006/relationships/image" Target="../media/image33.png"/><Relationship Id="rId17" Type="http://schemas.openxmlformats.org/officeDocument/2006/relationships/image" Target="../media/image38.jpe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png"/><Relationship Id="rId11" Type="http://schemas.openxmlformats.org/officeDocument/2006/relationships/image" Target="../media/image32.png"/><Relationship Id="rId5" Type="http://schemas.openxmlformats.org/officeDocument/2006/relationships/image" Target="../media/image27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6.jpe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3.png"/><Relationship Id="rId4" Type="http://schemas.openxmlformats.org/officeDocument/2006/relationships/image" Target="../media/image49.emf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2.png"/><Relationship Id="rId11" Type="http://schemas.openxmlformats.org/officeDocument/2006/relationships/image" Target="../media/image56.png"/><Relationship Id="rId5" Type="http://schemas.openxmlformats.org/officeDocument/2006/relationships/image" Target="../media/image51.png"/><Relationship Id="rId10" Type="http://schemas.openxmlformats.org/officeDocument/2006/relationships/image" Target="../media/image55.png"/><Relationship Id="rId4" Type="http://schemas.openxmlformats.org/officeDocument/2006/relationships/image" Target="../media/image50.png"/><Relationship Id="rId9" Type="http://schemas.openxmlformats.org/officeDocument/2006/relationships/image" Target="../media/image4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9.png"/><Relationship Id="rId12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8.png"/><Relationship Id="rId11" Type="http://schemas.openxmlformats.org/officeDocument/2006/relationships/image" Target="../media/image61.png"/><Relationship Id="rId5" Type="http://schemas.openxmlformats.org/officeDocument/2006/relationships/image" Target="../media/image57.pn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50.png"/><Relationship Id="rId9" Type="http://schemas.openxmlformats.org/officeDocument/2006/relationships/image" Target="../media/image56.png"/><Relationship Id="rId14" Type="http://schemas.openxmlformats.org/officeDocument/2006/relationships/image" Target="../media/image6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image" Target="../media/image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image" Target="../media/image50.png"/><Relationship Id="rId9" Type="http://schemas.openxmlformats.org/officeDocument/2006/relationships/image" Target="../media/image70.png"/><Relationship Id="rId14" Type="http://schemas.openxmlformats.org/officeDocument/2006/relationships/image" Target="../media/image43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7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4.png"/><Relationship Id="rId4" Type="http://schemas.openxmlformats.org/officeDocument/2006/relationships/image" Target="../media/image83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.emf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7.jpeg"/><Relationship Id="rId4" Type="http://schemas.openxmlformats.org/officeDocument/2006/relationships/image" Target="../media/image96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e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99.jpe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43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8C8698-6274-9177-3E2A-D77D599735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AB91E51-CC2F-32CE-F962-1F98571C20D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pic>
        <p:nvPicPr>
          <p:cNvPr id="4" name="Picture 3" descr="A book cover with a bridge&#10;&#10;Description automatically generated">
            <a:extLst>
              <a:ext uri="{FF2B5EF4-FFF2-40B4-BE49-F238E27FC236}">
                <a16:creationId xmlns:a16="http://schemas.microsoft.com/office/drawing/2014/main" id="{05087252-4AEA-6911-F04E-4E5A1BF862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"/>
            <a:ext cx="12192000" cy="1511300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377804945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141" y="5982963"/>
            <a:ext cx="5378450" cy="4601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4" name="Picture 3" descr="A book cover with a bridge&#10;&#10;Description automatically generated">
            <a:extLst>
              <a:ext uri="{FF2B5EF4-FFF2-40B4-BE49-F238E27FC236}">
                <a16:creationId xmlns:a16="http://schemas.microsoft.com/office/drawing/2014/main" id="{B610F142-3ED9-6CD1-4942-4402DA2C7E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81312" y="561975"/>
            <a:ext cx="3180957" cy="394306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78CC757-CFCE-166B-DE21-372415E0BFC4}"/>
              </a:ext>
            </a:extLst>
          </p:cNvPr>
          <p:cNvGrpSpPr/>
          <p:nvPr/>
        </p:nvGrpSpPr>
        <p:grpSpPr>
          <a:xfrm>
            <a:off x="1055076" y="3732975"/>
            <a:ext cx="3313139" cy="2488926"/>
            <a:chOff x="1055076" y="3732975"/>
            <a:chExt cx="3313139" cy="248892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39D00C4-7734-6C11-E770-3FC306893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7C69705-405E-C279-BF6F-F00D4BD4BF61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8" imgW="1434415" imgH="3873016" progId="">
                      <p:embed/>
                    </p:oleObj>
                  </mc:Choice>
                  <mc:Fallback>
                    <p:oleObj r:id="rId8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Zoom,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pic>
        <p:nvPicPr>
          <p:cNvPr id="4" name="Picture 3" descr="Cartoon child with pigtails and purple bows&#10;&#10;Description automatically generated">
            <a:extLst>
              <a:ext uri="{FF2B5EF4-FFF2-40B4-BE49-F238E27FC236}">
                <a16:creationId xmlns:a16="http://schemas.microsoft.com/office/drawing/2014/main" id="{9D2E193C-E930-9E65-94A0-83DE1457A3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9014" y="2218454"/>
            <a:ext cx="935365" cy="782151"/>
          </a:xfrm>
          <a:prstGeom prst="rect">
            <a:avLst/>
          </a:prstGeom>
        </p:spPr>
      </p:pic>
      <p:pic>
        <p:nvPicPr>
          <p:cNvPr id="5" name="Picture 4" descr="A cartoon of a person with a green bow tie&#10;&#10;Description automatically generated">
            <a:extLst>
              <a:ext uri="{FF2B5EF4-FFF2-40B4-BE49-F238E27FC236}">
                <a16:creationId xmlns:a16="http://schemas.microsoft.com/office/drawing/2014/main" id="{B9790119-4615-6456-1AC8-B0CD25AEC08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4464" y="2702025"/>
            <a:ext cx="1020860" cy="850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131300" imgH="6438900" progId="MS_ClipArt_Gallery.2">
                  <p:embed/>
                </p:oleObj>
              </mc:Choice>
              <mc:Fallback>
                <p:oleObj name="Clip" r:id="rId3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100’s Mbps (4G/5G)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691DE90-DBDB-8B33-E7A2-7FC326B08078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F941A81-CCA5-95EA-E70F-D265D20EC6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463E0280-FAC7-B58E-AB17-067535BB9C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strike="sngStrike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strike="sngStrike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EA1C84-623D-EB7C-87D7-44BE84A802ED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93BC96A-40B4-E33A-94F4-5EDB860DAD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27C7B7E-6A6E-AC7D-69FC-9DE1CDB6D8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 lnSpcReduction="100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 (Skipped for now: Served byte-wise during the class)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52CF90F-9743-E81E-ED70-17299E6920AF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9FE74B26-CE04-B70B-A1DA-1D5AEB2199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F3966F7-250B-9BBD-D3B5-D5685E5C829D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C649A9-F9AC-A04F-FD16-61749D6965D2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AD1C13E1-E923-DCB8-3A39-FA831D6905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5F00F45-87CA-A6B6-3DB5-7E18015B545B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1D42A72-5DFC-29B4-01CA-01ABF8F40951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2697A856-BA7A-DC22-7A4B-BC9EAA6C6C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50FCD7C-E056-BC04-A658-20CEAF01C80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DDB9D9-BD9A-9433-6EE8-BBAD2AE8CE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More </a:t>
            </a:r>
            <a:r>
              <a:rPr lang="en-US"/>
              <a:t>than seven OSI layers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F3C6CB-6B95-D2C8-A849-39834911A7F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2CA1FE0-5DC9-DCDD-99E5-C4CAF3401D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52608" y="1700206"/>
            <a:ext cx="3748715" cy="4389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902408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5511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8616</TotalTime>
  <Words>7374</Words>
  <Application>Microsoft Macintosh PowerPoint</Application>
  <PresentationFormat>Widescreen</PresentationFormat>
  <Paragraphs>2415</Paragraphs>
  <Slides>90</Slides>
  <Notes>86</Notes>
  <HiddenSlides>18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90</vt:i4>
      </vt:variant>
    </vt:vector>
  </HeadingPairs>
  <TitlesOfParts>
    <vt:vector size="101" baseType="lpstr">
      <vt:lpstr>ＭＳ Ｐゴシック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More than seven OSI layers</vt:lpstr>
      <vt:lpstr>Services, Layering and Encapsulation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Dominik Böhler</cp:lastModifiedBy>
  <cp:revision>183</cp:revision>
  <dcterms:created xsi:type="dcterms:W3CDTF">2020-01-18T07:24:59Z</dcterms:created>
  <dcterms:modified xsi:type="dcterms:W3CDTF">2026-10-02T11:51:10Z</dcterms:modified>
</cp:coreProperties>
</file>
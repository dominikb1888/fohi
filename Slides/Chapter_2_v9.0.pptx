
<file path=[Content_Types].xml><?xml version="1.0" encoding="utf-8"?>
<Types xmlns="http://schemas.openxmlformats.org/package/2006/content-types">
  <Default Extension="bin" ContentType="audio/unknown"/>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23"/>
  </p:notesMasterIdLst>
  <p:sldIdLst>
    <p:sldId id="1252" r:id="rId4"/>
    <p:sldId id="1041" r:id="rId5"/>
    <p:sldId id="1162" r:id="rId6"/>
    <p:sldId id="1163" r:id="rId7"/>
    <p:sldId id="1164" r:id="rId8"/>
    <p:sldId id="1165" r:id="rId9"/>
    <p:sldId id="1166" r:id="rId10"/>
    <p:sldId id="1167" r:id="rId11"/>
    <p:sldId id="1168" r:id="rId12"/>
    <p:sldId id="1169" r:id="rId13"/>
    <p:sldId id="1170" r:id="rId14"/>
    <p:sldId id="1171" r:id="rId15"/>
    <p:sldId id="1172" r:id="rId16"/>
    <p:sldId id="1173" r:id="rId17"/>
    <p:sldId id="1174" r:id="rId18"/>
    <p:sldId id="1175"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965" r:id="rId39"/>
    <p:sldId id="966" r:id="rId40"/>
    <p:sldId id="967" r:id="rId41"/>
    <p:sldId id="968" r:id="rId42"/>
    <p:sldId id="1008" r:id="rId43"/>
    <p:sldId id="1007" r:id="rId44"/>
    <p:sldId id="1087" r:id="rId45"/>
    <p:sldId id="1088" r:id="rId46"/>
    <p:sldId id="1089" r:id="rId47"/>
    <p:sldId id="1095" r:id="rId48"/>
    <p:sldId id="1093" r:id="rId49"/>
    <p:sldId id="1208" r:id="rId50"/>
    <p:sldId id="1214" r:id="rId51"/>
    <p:sldId id="1097" r:id="rId52"/>
    <p:sldId id="1100" r:id="rId53"/>
    <p:sldId id="1098" r:id="rId54"/>
    <p:sldId id="1099" r:id="rId55"/>
    <p:sldId id="1160" r:id="rId56"/>
    <p:sldId id="1186" r:id="rId57"/>
    <p:sldId id="1187" r:id="rId58"/>
    <p:sldId id="1188" r:id="rId59"/>
    <p:sldId id="1253" r:id="rId60"/>
    <p:sldId id="1049" r:id="rId61"/>
    <p:sldId id="1101" r:id="rId62"/>
    <p:sldId id="1102" r:id="rId63"/>
    <p:sldId id="1103" r:id="rId64"/>
    <p:sldId id="1104" r:id="rId65"/>
    <p:sldId id="1209" r:id="rId66"/>
    <p:sldId id="1108" r:id="rId67"/>
    <p:sldId id="1109" r:id="rId68"/>
    <p:sldId id="1110" r:id="rId69"/>
    <p:sldId id="1050" r:id="rId70"/>
    <p:sldId id="1112" r:id="rId71"/>
    <p:sldId id="1113" r:id="rId72"/>
    <p:sldId id="1212" r:id="rId73"/>
    <p:sldId id="1114" r:id="rId74"/>
    <p:sldId id="1115" r:id="rId75"/>
    <p:sldId id="1213" r:id="rId76"/>
    <p:sldId id="1116" r:id="rId77"/>
    <p:sldId id="1125" r:id="rId78"/>
    <p:sldId id="1117" r:id="rId79"/>
    <p:sldId id="1118" r:id="rId80"/>
    <p:sldId id="1119" r:id="rId81"/>
    <p:sldId id="1120" r:id="rId82"/>
    <p:sldId id="1121" r:id="rId83"/>
    <p:sldId id="1122" r:id="rId84"/>
    <p:sldId id="1123" r:id="rId85"/>
    <p:sldId id="1124" r:id="rId86"/>
    <p:sldId id="1052" r:id="rId87"/>
    <p:sldId id="1135" r:id="rId88"/>
    <p:sldId id="1136" r:id="rId89"/>
    <p:sldId id="1137" r:id="rId90"/>
    <p:sldId id="1138" r:id="rId91"/>
    <p:sldId id="1161" r:id="rId92"/>
    <p:sldId id="1142" r:id="rId93"/>
    <p:sldId id="1143" r:id="rId94"/>
    <p:sldId id="1139" r:id="rId95"/>
    <p:sldId id="1140" r:id="rId96"/>
    <p:sldId id="1144" r:id="rId97"/>
    <p:sldId id="1146" r:id="rId98"/>
    <p:sldId id="1215" r:id="rId99"/>
    <p:sldId id="533" r:id="rId100"/>
    <p:sldId id="534" r:id="rId101"/>
    <p:sldId id="1053" r:id="rId102"/>
    <p:sldId id="1148" r:id="rId103"/>
    <p:sldId id="1149" r:id="rId104"/>
    <p:sldId id="1150" r:id="rId105"/>
    <p:sldId id="1151" r:id="rId106"/>
    <p:sldId id="1152" r:id="rId107"/>
    <p:sldId id="1153" r:id="rId108"/>
    <p:sldId id="1154" r:id="rId109"/>
    <p:sldId id="1155" r:id="rId110"/>
    <p:sldId id="1156" r:id="rId111"/>
    <p:sldId id="1157" r:id="rId112"/>
    <p:sldId id="1158" r:id="rId113"/>
    <p:sldId id="1159" r:id="rId114"/>
    <p:sldId id="1048" r:id="rId115"/>
    <p:sldId id="1216" r:id="rId116"/>
    <p:sldId id="1242" r:id="rId117"/>
    <p:sldId id="1251" r:id="rId118"/>
    <p:sldId id="1217" r:id="rId119"/>
    <p:sldId id="1106" r:id="rId120"/>
    <p:sldId id="1145" r:id="rId121"/>
    <p:sldId id="1147" r:id="rId12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657"/>
    <p:restoredTop sz="79522"/>
  </p:normalViewPr>
  <p:slideViewPr>
    <p:cSldViewPr snapToGrid="0" snapToObjects="1">
      <p:cViewPr varScale="1">
        <p:scale>
          <a:sx n="122" d="100"/>
          <a:sy n="122" d="100"/>
        </p:scale>
        <p:origin x="1872" y="184"/>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slide" Target="slides/slide109.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notesMaster" Target="notesMasters/notesMaster1.xml"/><Relationship Id="rId128" Type="http://schemas.microsoft.com/office/2016/11/relationships/changesInfo" Target="changesInfos/changesInfo1.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presProps" Target="presProps.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viewProps" Target="view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tableStyles" Target="tableStyles.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Dominik Böhler" userId="d6f71161-d1cb-4399-82c4-d80fb5b4761d" providerId="ADAL" clId="{F4CCB16D-5263-5ED3-BD43-2589E3E33B79}"/>
    <pc:docChg chg="custSel modSld">
      <pc:chgData name="Dominik Böhler" userId="d6f71161-d1cb-4399-82c4-d80fb5b4761d" providerId="ADAL" clId="{F4CCB16D-5263-5ED3-BD43-2589E3E33B79}" dt="2026-10-09T13:30:22.896" v="10" actId="1076"/>
      <pc:docMkLst>
        <pc:docMk/>
      </pc:docMkLst>
      <pc:sldChg chg="mod modShow">
        <pc:chgData name="Dominik Böhler" userId="d6f71161-d1cb-4399-82c4-d80fb5b4761d" providerId="ADAL" clId="{F4CCB16D-5263-5ED3-BD43-2589E3E33B79}" dt="2026-10-06T13:36:17.230" v="1" actId="729"/>
        <pc:sldMkLst>
          <pc:docMk/>
          <pc:sldMk cId="3950370121" sldId="1048"/>
        </pc:sldMkLst>
      </pc:sldChg>
      <pc:sldChg chg="mod modShow">
        <pc:chgData name="Dominik Böhler" userId="d6f71161-d1cb-4399-82c4-d80fb5b4761d" providerId="ADAL" clId="{F4CCB16D-5263-5ED3-BD43-2589E3E33B79}" dt="2026-10-06T13:28:27.349" v="0" actId="729"/>
        <pc:sldMkLst>
          <pc:docMk/>
          <pc:sldMk cId="1315648074" sldId="1050"/>
        </pc:sldMkLst>
      </pc:sldChg>
      <pc:sldChg chg="modSp">
        <pc:chgData name="Dominik Böhler" userId="d6f71161-d1cb-4399-82c4-d80fb5b4761d" providerId="ADAL" clId="{F4CCB16D-5263-5ED3-BD43-2589E3E33B79}" dt="2026-10-09T13:30:22.896" v="10" actId="1076"/>
        <pc:sldMkLst>
          <pc:docMk/>
          <pc:sldMk cId="3313424199" sldId="1082"/>
        </pc:sldMkLst>
        <pc:spChg chg="mod">
          <ac:chgData name="Dominik Böhler" userId="d6f71161-d1cb-4399-82c4-d80fb5b4761d" providerId="ADAL" clId="{F4CCB16D-5263-5ED3-BD43-2589E3E33B79}" dt="2026-10-09T13:30:22.896" v="10" actId="1076"/>
          <ac:spMkLst>
            <pc:docMk/>
            <pc:sldMk cId="3313424199" sldId="1082"/>
            <ac:spMk id="10" creationId="{CF530C45-E591-C948-8561-E3D1A663C89A}"/>
          </ac:spMkLst>
        </pc:spChg>
        <pc:spChg chg="mod">
          <ac:chgData name="Dominik Böhler" userId="d6f71161-d1cb-4399-82c4-d80fb5b4761d" providerId="ADAL" clId="{F4CCB16D-5263-5ED3-BD43-2589E3E33B79}" dt="2026-10-09T13:30:22.896" v="10" actId="1076"/>
          <ac:spMkLst>
            <pc:docMk/>
            <pc:sldMk cId="3313424199" sldId="1082"/>
            <ac:spMk id="11" creationId="{44F32261-DA96-6645-A103-A806625BC498}"/>
          </ac:spMkLst>
        </pc:spChg>
        <pc:spChg chg="mod">
          <ac:chgData name="Dominik Böhler" userId="d6f71161-d1cb-4399-82c4-d80fb5b4761d" providerId="ADAL" clId="{F4CCB16D-5263-5ED3-BD43-2589E3E33B79}" dt="2026-10-09T13:30:22.896" v="10" actId="1076"/>
          <ac:spMkLst>
            <pc:docMk/>
            <pc:sldMk cId="3313424199" sldId="1082"/>
            <ac:spMk id="19" creationId="{A5628D90-F44C-0944-B370-D91518878697}"/>
          </ac:spMkLst>
        </pc:spChg>
        <pc:grpChg chg="mod">
          <ac:chgData name="Dominik Böhler" userId="d6f71161-d1cb-4399-82c4-d80fb5b4761d" providerId="ADAL" clId="{F4CCB16D-5263-5ED3-BD43-2589E3E33B79}" dt="2026-10-09T13:30:22.896" v="10" actId="1076"/>
          <ac:grpSpMkLst>
            <pc:docMk/>
            <pc:sldMk cId="3313424199" sldId="1082"/>
            <ac:grpSpMk id="2" creationId="{26E12EFF-E52A-B84D-934A-7405FA201329}"/>
          </ac:grpSpMkLst>
        </pc:grpChg>
      </pc:sldChg>
      <pc:sldChg chg="mod modShow">
        <pc:chgData name="Dominik Böhler" userId="d6f71161-d1cb-4399-82c4-d80fb5b4761d" providerId="ADAL" clId="{F4CCB16D-5263-5ED3-BD43-2589E3E33B79}" dt="2026-10-06T13:28:27.349" v="0" actId="729"/>
        <pc:sldMkLst>
          <pc:docMk/>
          <pc:sldMk cId="2485812739" sldId="1101"/>
        </pc:sldMkLst>
      </pc:sldChg>
      <pc:sldChg chg="mod modShow">
        <pc:chgData name="Dominik Böhler" userId="d6f71161-d1cb-4399-82c4-d80fb5b4761d" providerId="ADAL" clId="{F4CCB16D-5263-5ED3-BD43-2589E3E33B79}" dt="2026-10-06T13:28:27.349" v="0" actId="729"/>
        <pc:sldMkLst>
          <pc:docMk/>
          <pc:sldMk cId="235506871" sldId="1102"/>
        </pc:sldMkLst>
      </pc:sldChg>
      <pc:sldChg chg="mod modShow">
        <pc:chgData name="Dominik Böhler" userId="d6f71161-d1cb-4399-82c4-d80fb5b4761d" providerId="ADAL" clId="{F4CCB16D-5263-5ED3-BD43-2589E3E33B79}" dt="2026-10-06T13:28:27.349" v="0" actId="729"/>
        <pc:sldMkLst>
          <pc:docMk/>
          <pc:sldMk cId="27986538" sldId="1103"/>
        </pc:sldMkLst>
      </pc:sldChg>
      <pc:sldChg chg="mod modShow">
        <pc:chgData name="Dominik Böhler" userId="d6f71161-d1cb-4399-82c4-d80fb5b4761d" providerId="ADAL" clId="{F4CCB16D-5263-5ED3-BD43-2589E3E33B79}" dt="2026-10-06T13:28:27.349" v="0" actId="729"/>
        <pc:sldMkLst>
          <pc:docMk/>
          <pc:sldMk cId="2040540444" sldId="1104"/>
        </pc:sldMkLst>
      </pc:sldChg>
      <pc:sldChg chg="mod modShow">
        <pc:chgData name="Dominik Böhler" userId="d6f71161-d1cb-4399-82c4-d80fb5b4761d" providerId="ADAL" clId="{F4CCB16D-5263-5ED3-BD43-2589E3E33B79}" dt="2026-10-06T13:36:17.230" v="1" actId="729"/>
        <pc:sldMkLst>
          <pc:docMk/>
          <pc:sldMk cId="4217894959" sldId="1106"/>
        </pc:sldMkLst>
      </pc:sldChg>
      <pc:sldChg chg="mod modShow">
        <pc:chgData name="Dominik Böhler" userId="d6f71161-d1cb-4399-82c4-d80fb5b4761d" providerId="ADAL" clId="{F4CCB16D-5263-5ED3-BD43-2589E3E33B79}" dt="2026-10-06T13:28:27.349" v="0" actId="729"/>
        <pc:sldMkLst>
          <pc:docMk/>
          <pc:sldMk cId="161754987" sldId="1108"/>
        </pc:sldMkLst>
      </pc:sldChg>
      <pc:sldChg chg="mod modShow">
        <pc:chgData name="Dominik Böhler" userId="d6f71161-d1cb-4399-82c4-d80fb5b4761d" providerId="ADAL" clId="{F4CCB16D-5263-5ED3-BD43-2589E3E33B79}" dt="2026-10-06T13:28:27.349" v="0" actId="729"/>
        <pc:sldMkLst>
          <pc:docMk/>
          <pc:sldMk cId="827701654" sldId="1109"/>
        </pc:sldMkLst>
      </pc:sldChg>
      <pc:sldChg chg="mod modShow">
        <pc:chgData name="Dominik Böhler" userId="d6f71161-d1cb-4399-82c4-d80fb5b4761d" providerId="ADAL" clId="{F4CCB16D-5263-5ED3-BD43-2589E3E33B79}" dt="2026-10-06T13:28:27.349" v="0" actId="729"/>
        <pc:sldMkLst>
          <pc:docMk/>
          <pc:sldMk cId="2858908341" sldId="1110"/>
        </pc:sldMkLst>
      </pc:sldChg>
      <pc:sldChg chg="mod modShow">
        <pc:chgData name="Dominik Böhler" userId="d6f71161-d1cb-4399-82c4-d80fb5b4761d" providerId="ADAL" clId="{F4CCB16D-5263-5ED3-BD43-2589E3E33B79}" dt="2026-10-06T13:36:17.230" v="1" actId="729"/>
        <pc:sldMkLst>
          <pc:docMk/>
          <pc:sldMk cId="1528609937" sldId="1145"/>
        </pc:sldMkLst>
      </pc:sldChg>
      <pc:sldChg chg="mod modShow">
        <pc:chgData name="Dominik Böhler" userId="d6f71161-d1cb-4399-82c4-d80fb5b4761d" providerId="ADAL" clId="{F4CCB16D-5263-5ED3-BD43-2589E3E33B79}" dt="2026-10-06T13:36:17.230" v="1" actId="729"/>
        <pc:sldMkLst>
          <pc:docMk/>
          <pc:sldMk cId="3419947871" sldId="1147"/>
        </pc:sldMkLst>
      </pc:sldChg>
      <pc:sldChg chg="modSp mod">
        <pc:chgData name="Dominik Böhler" userId="d6f71161-d1cb-4399-82c4-d80fb5b4761d" providerId="ADAL" clId="{F4CCB16D-5263-5ED3-BD43-2589E3E33B79}" dt="2026-10-09T11:47:30.680" v="4" actId="27636"/>
        <pc:sldMkLst>
          <pc:docMk/>
          <pc:sldMk cId="2885702084" sldId="1172"/>
        </pc:sldMkLst>
        <pc:spChg chg="mod">
          <ac:chgData name="Dominik Böhler" userId="d6f71161-d1cb-4399-82c4-d80fb5b4761d" providerId="ADAL" clId="{F4CCB16D-5263-5ED3-BD43-2589E3E33B79}" dt="2026-10-09T11:47:30.680" v="4" actId="27636"/>
          <ac:spMkLst>
            <pc:docMk/>
            <pc:sldMk cId="2885702084" sldId="1172"/>
            <ac:spMk id="9" creationId="{247BCAC2-4B0D-C24F-A1AA-5CFB26132E0B}"/>
          </ac:spMkLst>
        </pc:spChg>
      </pc:sldChg>
      <pc:sldChg chg="modSp mod">
        <pc:chgData name="Dominik Böhler" userId="d6f71161-d1cb-4399-82c4-d80fb5b4761d" providerId="ADAL" clId="{F4CCB16D-5263-5ED3-BD43-2589E3E33B79}" dt="2026-10-09T11:47:30.683" v="5" actId="27636"/>
        <pc:sldMkLst>
          <pc:docMk/>
          <pc:sldMk cId="524292350" sldId="1174"/>
        </pc:sldMkLst>
        <pc:spChg chg="mod">
          <ac:chgData name="Dominik Böhler" userId="d6f71161-d1cb-4399-82c4-d80fb5b4761d" providerId="ADAL" clId="{F4CCB16D-5263-5ED3-BD43-2589E3E33B79}" dt="2026-10-09T11:47:30.683" v="5" actId="27636"/>
          <ac:spMkLst>
            <pc:docMk/>
            <pc:sldMk cId="524292350" sldId="1174"/>
            <ac:spMk id="9" creationId="{247BCAC2-4B0D-C24F-A1AA-5CFB26132E0B}"/>
          </ac:spMkLst>
        </pc:spChg>
      </pc:sldChg>
      <pc:sldChg chg="mod modShow">
        <pc:chgData name="Dominik Böhler" userId="d6f71161-d1cb-4399-82c4-d80fb5b4761d" providerId="ADAL" clId="{F4CCB16D-5263-5ED3-BD43-2589E3E33B79}" dt="2026-10-06T13:28:27.349" v="0" actId="729"/>
        <pc:sldMkLst>
          <pc:docMk/>
          <pc:sldMk cId="4172446185" sldId="1209"/>
        </pc:sldMkLst>
      </pc:sldChg>
      <pc:sldChg chg="mod modShow">
        <pc:chgData name="Dominik Böhler" userId="d6f71161-d1cb-4399-82c4-d80fb5b4761d" providerId="ADAL" clId="{F4CCB16D-5263-5ED3-BD43-2589E3E33B79}" dt="2026-10-06T13:36:17.230" v="1" actId="729"/>
        <pc:sldMkLst>
          <pc:docMk/>
          <pc:sldMk cId="488813193" sldId="1216"/>
        </pc:sldMkLst>
      </pc:sldChg>
      <pc:sldChg chg="mod modShow">
        <pc:chgData name="Dominik Böhler" userId="d6f71161-d1cb-4399-82c4-d80fb5b4761d" providerId="ADAL" clId="{F4CCB16D-5263-5ED3-BD43-2589E3E33B79}" dt="2026-10-06T13:36:17.230" v="1" actId="729"/>
        <pc:sldMkLst>
          <pc:docMk/>
          <pc:sldMk cId="3048025266" sldId="1217"/>
        </pc:sldMkLst>
      </pc:sldChg>
      <pc:sldChg chg="mod modShow">
        <pc:chgData name="Dominik Böhler" userId="d6f71161-d1cb-4399-82c4-d80fb5b4761d" providerId="ADAL" clId="{F4CCB16D-5263-5ED3-BD43-2589E3E33B79}" dt="2026-10-06T13:36:17.230" v="1" actId="729"/>
        <pc:sldMkLst>
          <pc:docMk/>
          <pc:sldMk cId="132109463" sldId="1242"/>
        </pc:sldMkLst>
      </pc:sldChg>
      <pc:sldChg chg="mod modShow">
        <pc:chgData name="Dominik Böhler" userId="d6f71161-d1cb-4399-82c4-d80fb5b4761d" providerId="ADAL" clId="{F4CCB16D-5263-5ED3-BD43-2589E3E33B79}" dt="2026-10-06T13:36:17.230" v="1" actId="729"/>
        <pc:sldMkLst>
          <pc:docMk/>
          <pc:sldMk cId="2577590304" sldId="1251"/>
        </pc:sldMkLst>
      </pc:sldChg>
      <pc:sldChg chg="delSp modSp mod">
        <pc:chgData name="Dominik Böhler" userId="d6f71161-d1cb-4399-82c4-d80fb5b4761d" providerId="ADAL" clId="{F4CCB16D-5263-5ED3-BD43-2589E3E33B79}" dt="2026-10-09T11:47:42.389" v="9" actId="1076"/>
        <pc:sldMkLst>
          <pc:docMk/>
          <pc:sldMk cId="2731381141" sldId="1252"/>
        </pc:sldMkLst>
        <pc:spChg chg="del mod">
          <ac:chgData name="Dominik Böhler" userId="d6f71161-d1cb-4399-82c4-d80fb5b4761d" providerId="ADAL" clId="{F4CCB16D-5263-5ED3-BD43-2589E3E33B79}" dt="2026-10-09T11:47:30.627" v="3" actId="478"/>
          <ac:spMkLst>
            <pc:docMk/>
            <pc:sldMk cId="2731381141" sldId="1252"/>
            <ac:spMk id="7" creationId="{8A719B73-7005-5F48-AB23-FCC253DE1BCB}"/>
          </ac:spMkLst>
        </pc:spChg>
        <pc:spChg chg="mod">
          <ac:chgData name="Dominik Böhler" userId="d6f71161-d1cb-4399-82c4-d80fb5b4761d" providerId="ADAL" clId="{F4CCB16D-5263-5ED3-BD43-2589E3E33B79}" dt="2026-10-09T11:47:42.389" v="9" actId="1076"/>
          <ac:spMkLst>
            <pc:docMk/>
            <pc:sldMk cId="2731381141" sldId="1252"/>
            <ac:spMk id="8" creationId="{BD221538-7929-D34F-8387-EA57F966E19A}"/>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10/9/26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CEA37-0427-E7AD-92BC-35BEE996AC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84AB3-FBDF-30BB-7ABC-074C3AB876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DE13C-A25C-2820-AF6D-890ED74BECD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2398914-5B44-51D1-D542-8D6B31235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38416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58</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84</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97</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98</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248794031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UDO and TCP code updates 3/23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7.01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p:txBody>
      </p:sp>
      <p:sp>
        <p:nvSpPr>
          <p:cNvPr id="4" name="Slide Number Placeholder 3"/>
          <p:cNvSpPr>
            <a:spLocks noGrp="1"/>
          </p:cNvSpPr>
          <p:nvPr>
            <p:ph type="sldNum" sz="quarter" idx="5"/>
          </p:nvPr>
        </p:nvSpPr>
        <p:spPr/>
        <p:txBody>
          <a:bodyPr/>
          <a:lstStyle/>
          <a:p>
            <a:fld id="{3D91EEAC-CFEF-9647-876F-EABC6B8338D7}" type="slidenum">
              <a:rPr lang="en-US" smtClean="0"/>
              <a:t>112</a:t>
            </a:fld>
            <a:endParaRPr lang="en-US" dirty="0"/>
          </a:p>
        </p:txBody>
      </p:sp>
    </p:spTree>
    <p:extLst>
      <p:ext uri="{BB962C8B-B14F-4D97-AF65-F5344CB8AC3E}">
        <p14:creationId xmlns:p14="http://schemas.microsoft.com/office/powerpoint/2010/main" val="306184487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going to be something new for some students.   Interruption-driven programming, timeout.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267741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04128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 a bit about real-world examples for timeout at the end.</a:t>
            </a:r>
          </a:p>
          <a:p>
            <a:endParaRPr lang="en-US" dirty="0"/>
          </a:p>
          <a:p>
            <a:r>
              <a:rPr lang="en-US" dirty="0"/>
              <a:t>Question:  settimeout(10), then what happens in the next iteration?  Will .accept() have timeout?</a:t>
            </a:r>
          </a:p>
          <a:p>
            <a:endParaRPr lang="en-US" dirty="0"/>
          </a:p>
          <a:p>
            <a:r>
              <a:rPr lang="en-US" dirty="0"/>
              <a:t>Non-blocking:</a:t>
            </a:r>
          </a:p>
          <a:p>
            <a:r>
              <a:rPr lang="en-US" dirty="0"/>
              <a:t>https://www.scottklement.com/rpg/socktut/nonblocking.html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018771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Retired this slide, since telnet isn’t really used anymore, and few non https: mail servers around anymore....</a:t>
            </a:r>
          </a:p>
        </p:txBody>
      </p:sp>
      <p:sp>
        <p:nvSpPr>
          <p:cNvPr id="4" name="Slide Number Placeholder 3"/>
          <p:cNvSpPr>
            <a:spLocks noGrp="1"/>
          </p:cNvSpPr>
          <p:nvPr>
            <p:ph type="sldNum" sz="quarter" idx="5"/>
          </p:nvPr>
        </p:nvSpPr>
        <p:spPr/>
        <p:txBody>
          <a:bodyPr/>
          <a:lstStyle/>
          <a:p>
            <a:fld id="{3D91EEAC-CFEF-9647-876F-EABC6B8338D7}" type="slidenum">
              <a:rPr lang="en-US" smtClean="0"/>
              <a:t>117</a:t>
            </a:fld>
            <a:endParaRPr lang="en-US" dirty="0"/>
          </a:p>
        </p:txBody>
      </p:sp>
    </p:spTree>
    <p:extLst>
      <p:ext uri="{BB962C8B-B14F-4D97-AF65-F5344CB8AC3E}">
        <p14:creationId xmlns:p14="http://schemas.microsoft.com/office/powerpoint/2010/main" val="226122168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slide retired, since there’s the Netflix example which is visually better</a:t>
            </a:r>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dirty="0"/>
          </a:p>
        </p:txBody>
      </p:sp>
    </p:spTree>
    <p:extLst>
      <p:ext uri="{BB962C8B-B14F-4D97-AF65-F5344CB8AC3E}">
        <p14:creationId xmlns:p14="http://schemas.microsoft.com/office/powerpoint/2010/main" val="380396792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slide retired, since there’s the new Netflix example which is visually better</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119</a:t>
            </a:fld>
            <a:endParaRPr lang="en-US" dirty="0"/>
          </a:p>
        </p:txBody>
      </p:sp>
    </p:spTree>
    <p:extLst>
      <p:ext uri="{BB962C8B-B14F-4D97-AF65-F5344CB8AC3E}">
        <p14:creationId xmlns:p14="http://schemas.microsoft.com/office/powerpoint/2010/main" val="9646770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630770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10/9/26</a:t>
            </a:fld>
            <a:endParaRPr lang="en-US" dirty="0"/>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489051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10/9/26</a:t>
            </a:fld>
            <a:endParaRPr lang="en-US" dirty="0"/>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dirty="0"/>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8.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0.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39.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41.xml"/><Relationship Id="rId1" Type="http://schemas.openxmlformats.org/officeDocument/2006/relationships/slideLayout" Target="../slideLayouts/slideLayout10.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5.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3.xml"/><Relationship Id="rId1" Type="http://schemas.openxmlformats.org/officeDocument/2006/relationships/slideLayout" Target="../slideLayouts/slideLayout8.xml"/><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4.xml"/><Relationship Id="rId1" Type="http://schemas.openxmlformats.org/officeDocument/2006/relationships/slideLayout" Target="../slideLayouts/slideLayout8.xml"/><Relationship Id="rId5" Type="http://schemas.openxmlformats.org/officeDocument/2006/relationships/image" Target="../media/image40.png"/><Relationship Id="rId4" Type="http://schemas.openxmlformats.org/officeDocument/2006/relationships/image" Target="../media/image39.png"/></Relationships>
</file>

<file path=ppt/slides/_rels/slide4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7.xml"/><Relationship Id="rId1" Type="http://schemas.openxmlformats.org/officeDocument/2006/relationships/slideLayout" Target="../slideLayouts/slideLayout6.xml"/><Relationship Id="rId4" Type="http://schemas.openxmlformats.org/officeDocument/2006/relationships/image" Target="../media/image41.png"/></Relationships>
</file>

<file path=ppt/slides/_rels/slide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2.xml"/><Relationship Id="rId1" Type="http://schemas.openxmlformats.org/officeDocument/2006/relationships/slideLayout" Target="../slideLayouts/slideLayout4.xml"/><Relationship Id="rId5" Type="http://schemas.openxmlformats.org/officeDocument/2006/relationships/image" Target="../media/image43.png"/><Relationship Id="rId4" Type="http://schemas.openxmlformats.org/officeDocument/2006/relationships/image" Target="../media/image42.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6.xml"/><Relationship Id="rId1" Type="http://schemas.openxmlformats.org/officeDocument/2006/relationships/slideLayout" Target="../slideLayouts/slideLayout4.xml"/><Relationship Id="rId5" Type="http://schemas.openxmlformats.org/officeDocument/2006/relationships/image" Target="../media/image43.png"/><Relationship Id="rId4" Type="http://schemas.openxmlformats.org/officeDocument/2006/relationships/image" Target="../media/image42.png"/></Relationships>
</file>

<file path=ppt/slides/_rels/slide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4.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5.xml"/><Relationship Id="rId1" Type="http://schemas.openxmlformats.org/officeDocument/2006/relationships/slideLayout" Target="../slideLayouts/slideLayout7.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8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88.xml"/><Relationship Id="rId1" Type="http://schemas.openxmlformats.org/officeDocument/2006/relationships/slideLayout" Target="../slideLayouts/slideLayout6.xml"/><Relationship Id="rId4" Type="http://schemas.openxmlformats.org/officeDocument/2006/relationships/image" Target="../media/image53.jpeg"/></Relationships>
</file>

<file path=ppt/slides/_rels/slide8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89.xml"/><Relationship Id="rId1" Type="http://schemas.openxmlformats.org/officeDocument/2006/relationships/slideLayout" Target="../slideLayouts/slideLayout6.xml"/><Relationship Id="rId4" Type="http://schemas.openxmlformats.org/officeDocument/2006/relationships/image" Target="../media/image53.jpeg"/></Relationships>
</file>

<file path=ppt/slides/_rels/slide9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3.xml"/><Relationship Id="rId1" Type="http://schemas.openxmlformats.org/officeDocument/2006/relationships/slideLayout" Target="../slideLayouts/slideLayout6.xml"/><Relationship Id="rId4" Type="http://schemas.openxmlformats.org/officeDocument/2006/relationships/image" Target="../media/image56.png"/></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95.xml"/><Relationship Id="rId1" Type="http://schemas.openxmlformats.org/officeDocument/2006/relationships/slideLayout" Target="../slideLayouts/slideLayout6.xml"/><Relationship Id="rId4" Type="http://schemas.openxmlformats.org/officeDocument/2006/relationships/image" Target="../media/image58.png"/></Relationships>
</file>

<file path=ppt/slides/_rels/slide9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63.jpeg"/><Relationship Id="rId2" Type="http://schemas.openxmlformats.org/officeDocument/2006/relationships/notesSlide" Target="../notesSlides/notesSlide96.xml"/><Relationship Id="rId1" Type="http://schemas.openxmlformats.org/officeDocument/2006/relationships/slideLayout" Target="../slideLayouts/slideLayout6.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9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97.xml"/><Relationship Id="rId1" Type="http://schemas.openxmlformats.org/officeDocument/2006/relationships/slideLayout" Target="../slideLayouts/slideLayout6.xml"/><Relationship Id="rId5" Type="http://schemas.openxmlformats.org/officeDocument/2006/relationships/image" Target="../media/image62.png"/><Relationship Id="rId4" Type="http://schemas.openxmlformats.org/officeDocument/2006/relationships/image" Target="../media/image61.png"/></Relationships>
</file>

<file path=ppt/slides/_rels/slide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8.xml"/><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4.xml"/></Relationships>
</file>

<file path=ppt/slides/_rels/slide113.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4.xml"/></Relationships>
</file>

<file path=ppt/slides/_rels/slide1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6.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1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7.xml"/><Relationship Id="rId1" Type="http://schemas.openxmlformats.org/officeDocument/2006/relationships/slideLayout" Target="../slideLayouts/slideLayout2.xml"/><Relationship Id="rId4" Type="http://schemas.openxmlformats.org/officeDocument/2006/relationships/image" Target="../media/image6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124068" y="5799836"/>
            <a:ext cx="5378450" cy="643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2</a:t>
            </a:fld>
            <a:endParaRPr lang="en-US" dirty="0"/>
          </a:p>
        </p:txBody>
      </p:sp>
      <p:grpSp>
        <p:nvGrpSpPr>
          <p:cNvPr id="2" name="Group 1">
            <a:extLst>
              <a:ext uri="{FF2B5EF4-FFF2-40B4-BE49-F238E27FC236}">
                <a16:creationId xmlns:a16="http://schemas.microsoft.com/office/drawing/2014/main" id="{9FDFE827-5196-3991-8F2B-0A802892356A}"/>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F56F9EFE-A1B4-4816-391B-F77C8E94719F}"/>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0772240-C9BB-5CCD-82C0-554DBD4F278B}"/>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9522144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media</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a:t>
            </a:r>
            <a:endParaRPr lang="en-US" altLang="en-US" sz="3200" dirty="0">
              <a:solidFill>
                <a:prstClr val="black"/>
              </a:solidFill>
              <a:latin typeface="Calibri" panose="020F0502020204030204"/>
              <a:ea typeface="ＭＳ Ｐゴシック" panose="020B0600070205080204" pitchFamily="34" charset="-128"/>
            </a:endParaRP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Effect transition="in" filter="dissolve">
                                      <p:cBhvr>
                                        <p:cTn id="35" dur="500"/>
                                        <p:tgtEl>
                                          <p:spTgt spid="6">
                                            <p:txEl>
                                              <p:pRg st="1" end="1"/>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6">
                                            <p:txEl>
                                              <p:pRg st="2" end="2"/>
                                            </p:txEl>
                                          </p:spTgt>
                                        </p:tgtEl>
                                        <p:attrNameLst>
                                          <p:attrName>style.visibility</p:attrName>
                                        </p:attrNameLst>
                                      </p:cBhvr>
                                      <p:to>
                                        <p:strVal val="visible"/>
                                      </p:to>
                                    </p:set>
                                    <p:animEffect transition="in" filter="dissolve">
                                      <p:cBhvr>
                                        <p:cTn id="38" dur="500"/>
                                        <p:tgtEl>
                                          <p:spTgt spid="6">
                                            <p:txEl>
                                              <p:pRg st="2" end="2"/>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6">
                                            <p:txEl>
                                              <p:pRg st="3" end="3"/>
                                            </p:txEl>
                                          </p:spTgt>
                                        </p:tgtEl>
                                        <p:attrNameLst>
                                          <p:attrName>style.visibility</p:attrName>
                                        </p:attrNameLst>
                                      </p:cBhvr>
                                      <p:to>
                                        <p:strVal val="visible"/>
                                      </p:to>
                                    </p:set>
                                    <p:animEffect transition="in" filter="dissolve">
                                      <p:cBhvr>
                                        <p:cTn id="41" dur="500"/>
                                        <p:tgtEl>
                                          <p:spTgt spid="6">
                                            <p:txEl>
                                              <p:pRg st="3" end="3"/>
                                            </p:txEl>
                                          </p:spTgt>
                                        </p:tgtEl>
                                      </p:cBhvr>
                                    </p:animEffect>
                                  </p:childTnLst>
                                </p:cTn>
                              </p:par>
                              <p:par>
                                <p:cTn id="42" presetID="9" presetClass="entr" presetSubtype="0" fill="hold" nodeType="withEffect">
                                  <p:stCondLst>
                                    <p:cond delay="0"/>
                                  </p:stCondLst>
                                  <p:childTnLst>
                                    <p:set>
                                      <p:cBhvr>
                                        <p:cTn id="43" dur="1" fill="hold">
                                          <p:stCondLst>
                                            <p:cond delay="0"/>
                                          </p:stCondLst>
                                        </p:cTn>
                                        <p:tgtEl>
                                          <p:spTgt spid="6">
                                            <p:txEl>
                                              <p:pRg st="4" end="4"/>
                                            </p:txEl>
                                          </p:spTgt>
                                        </p:tgtEl>
                                        <p:attrNameLst>
                                          <p:attrName>style.visibility</p:attrName>
                                        </p:attrNameLst>
                                      </p:cBhvr>
                                      <p:to>
                                        <p:strVal val="visible"/>
                                      </p:to>
                                    </p:set>
                                    <p:animEffect transition="in" filter="dissolve">
                                      <p:cBhvr>
                                        <p:cTn id="44" dur="500"/>
                                        <p:tgtEl>
                                          <p:spTgt spid="6">
                                            <p:txEl>
                                              <p:pRg st="4" end="4"/>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dissolve">
                                      <p:cBhvr>
                                        <p:cTn id="4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7678C80D-64D1-299A-EEAA-651AA06838EC}"/>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A888B69-5FBF-72D1-C23E-E871C67D0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48229B71-E65C-C3F5-EED7-7D152243B3EF}"/>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2808370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566597" y="3019704"/>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msecs</a:t>
              </a: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889002" y="1405471"/>
            <a:ext cx="6166171" cy="1744128"/>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28600" marR="0" lvl="0" indent="-228600" algn="l" defTabSz="914400" rtl="0" eaLnBrk="1" fontAlgn="auto" latinLnBrk="0" hangingPunct="1">
              <a:lnSpc>
                <a:spcPct val="80000"/>
              </a:lnSpc>
              <a:spcBef>
                <a:spcPts val="1000"/>
              </a:spcBef>
              <a:spcAft>
                <a:spcPts val="0"/>
              </a:spcAft>
              <a:buClr>
                <a:srgbClr val="0000A3"/>
              </a:buClr>
              <a:buSzTx/>
              <a:buFont typeface="Wingdings" pitchFamily="2" charset="2"/>
              <a:buNone/>
              <a:tabLst>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(2.01)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rPr>
              <a:t>  </a:t>
            </a:r>
          </a:p>
        </p:txBody>
      </p:sp>
      <p:sp>
        <p:nvSpPr>
          <p:cNvPr id="2" name="TextBox 1">
            <a:extLst>
              <a:ext uri="{FF2B5EF4-FFF2-40B4-BE49-F238E27FC236}">
                <a16:creationId xmlns:a16="http://schemas.microsoft.com/office/drawing/2014/main" id="{F3ABE105-9733-D741-944B-F6DC771B29F2}"/>
              </a:ext>
            </a:extLst>
          </p:cNvPr>
          <p:cNvSpPr txBox="1"/>
          <p:nvPr/>
        </p:nvSpPr>
        <p:spPr>
          <a:xfrm>
            <a:off x="990600" y="6119336"/>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463550" marR="0" lvl="1" indent="0" algn="l" defTabSz="914400" rtl="0" eaLnBrk="1" fontAlgn="auto" latinLnBrk="0" hangingPunct="1">
              <a:lnSpc>
                <a:spcPct val="90000"/>
              </a:lnSpc>
              <a:spcBef>
                <a:spcPts val="500"/>
              </a:spcBef>
              <a:spcAft>
                <a:spcPts val="0"/>
              </a:spcAft>
              <a:buClr>
                <a:srgbClr val="0000A8"/>
              </a:buClr>
              <a:buSz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2D45E64-73D5-972F-8481-162C41B721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54</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we’ll study in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8968FAEE-FB54-5FEA-168C-D9FB29701BC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bldLvl="2"/>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Slide Number Placeholder 2">
            <a:extLst>
              <a:ext uri="{FF2B5EF4-FFF2-40B4-BE49-F238E27FC236}">
                <a16:creationId xmlns:a16="http://schemas.microsoft.com/office/drawing/2014/main" id="{F2889FA4-13D4-2540-379E-9BD3E291CBC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sp>
        <p:nvSpPr>
          <p:cNvPr id="7" name="Text Box 110">
            <a:extLst>
              <a:ext uri="{FF2B5EF4-FFF2-40B4-BE49-F238E27FC236}">
                <a16:creationId xmlns:a16="http://schemas.microsoft.com/office/drawing/2014/main" id="{5BA0FA05-7701-A014-3C28-F64D74104A78}"/>
              </a:ext>
            </a:extLst>
          </p:cNvPr>
          <p:cNvSpPr txBox="1">
            <a:spLocks noChangeArrowheads="1"/>
          </p:cNvSpPr>
          <p:nvPr/>
        </p:nvSpPr>
        <p:spPr bwMode="auto">
          <a:xfrm>
            <a:off x="6399414" y="2548749"/>
            <a:ext cx="169950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1RTT handshake</a:t>
            </a:r>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A638B-299C-E414-341C-DBE9C476948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D516F5D-DD6B-8EB2-DE83-0A1E850B5AE6}"/>
              </a:ext>
            </a:extLst>
          </p:cNvPr>
          <p:cNvSpPr>
            <a:spLocks noGrp="1"/>
          </p:cNvSpPr>
          <p:nvPr>
            <p:ph type="title"/>
          </p:nvPr>
        </p:nvSpPr>
        <p:spPr/>
        <p:txBody>
          <a:bodyPr>
            <a:normAutofit/>
          </a:bodyPr>
          <a:lstStyle/>
          <a:p>
            <a:r>
              <a:rPr lang="en-US" sz="4800" dirty="0"/>
              <a:t>QUIC: 0-RTT Connection establishment</a:t>
            </a:r>
            <a:endParaRPr lang="en-US" sz="4400" b="0" dirty="0"/>
          </a:p>
        </p:txBody>
      </p:sp>
      <p:sp>
        <p:nvSpPr>
          <p:cNvPr id="150" name="Line 25">
            <a:extLst>
              <a:ext uri="{FF2B5EF4-FFF2-40B4-BE49-F238E27FC236}">
                <a16:creationId xmlns:a16="http://schemas.microsoft.com/office/drawing/2014/main" id="{4DDCDF20-1721-F4BA-BB85-DF11B6757385}"/>
              </a:ext>
            </a:extLst>
          </p:cNvPr>
          <p:cNvSpPr>
            <a:spLocks noChangeShapeType="1"/>
          </p:cNvSpPr>
          <p:nvPr/>
        </p:nvSpPr>
        <p:spPr bwMode="auto">
          <a:xfrm>
            <a:off x="8046851" y="2406249"/>
            <a:ext cx="12270" cy="184514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1C61EF22-EAB2-8307-987F-BF1A78702DE8}"/>
              </a:ext>
            </a:extLst>
          </p:cNvPr>
          <p:cNvSpPr>
            <a:spLocks noChangeShapeType="1"/>
          </p:cNvSpPr>
          <p:nvPr/>
        </p:nvSpPr>
        <p:spPr bwMode="auto">
          <a:xfrm flipH="1">
            <a:off x="9545533" y="2479275"/>
            <a:ext cx="30079" cy="177211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72DFFDB4-A3F5-10DB-0960-26583EF6572F}"/>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F23C491F-020E-A257-98BE-BA6CD395C666}"/>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156B4474-CFE6-753B-F73B-0CFE2A78F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1810589-F9D7-DF59-0146-CD3D08DC255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A9E79D9B-004F-1995-0841-538194CB7B04}"/>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C82F1AD0-DF91-2FAC-8AD3-86293C0092B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50A13B8B-F4DB-4187-4DE2-027D37CBC55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5CA29F88-798E-CCA9-B03C-6F1F3DB725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1DE0ED22-0510-B5AF-5E2F-1FDBBDF0850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7FC164C9-8546-73F2-5303-4778B077CD4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1309B7A1-BBA3-30B3-F959-68741B1BDA8C}"/>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862D6675-4FE8-38BB-2547-ABE640A3995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56C9108B-D630-632C-D9FC-FB87008889B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0F9A1DB7-1A4A-0CED-E567-764C285D715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E9DFED65-78D1-5F9F-B080-F9B9287712C6}"/>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333FB8F-AC47-844D-FD97-1E5A43578379}"/>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1F2BAC79-423D-429C-DA92-3775E13F4DD1}"/>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35D8D5C4-84A8-5D1B-8CEF-02B5A29DA74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E82E2362-F006-2A30-D6F0-38DC41D4BE2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03A04C55-0C31-2B91-87D1-65304FD6381B}"/>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4984E658-560A-B98C-B817-B33CAEDB353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019D2D9A-B0E4-7723-7ABE-4BFB5C4BFCC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7E76309-D7E2-EEF2-81A4-F212D10C8F0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92CDE4A5-9E83-0D12-3928-2E6D5D3CCB7E}"/>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77732AD8-CD66-82F4-AE75-F900F5CED79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5FDAB56F-6711-3C91-FACC-C4C739E4AD5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8D32BCC1-EA1F-4888-4468-81E33FC45D81}"/>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260A5B6-DD46-A39E-767B-9178929D1D1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0C3E3319-9236-9096-94D3-146A1F70A7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27A83113-94EC-778D-DEA1-B380AB44102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CE2E1055-3D43-7CF5-FA3A-C6ED036080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E2892A49-E9F9-7026-7723-B58BE2E56461}"/>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5D9893E7-3F52-6AD2-0580-48C4757D81E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3FC2E39A-8E2C-DFEC-1736-2C8A7CC43E8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ECB9272B-B573-15F4-6D54-1C923585151B}"/>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9D0B5709-BDBD-46C8-0F89-AB1D753AAA14}"/>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DC88872C-BBBB-8F6E-31C6-77610F50DBF9}"/>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3A995F45-881B-04B2-4C25-729037796D6F}"/>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799683DE-F701-C08D-85C4-97A7F69183F1}"/>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A86EA23F-38F9-6F4C-C60F-F46C39446CFD}"/>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0" name="Group 39">
            <a:extLst>
              <a:ext uri="{FF2B5EF4-FFF2-40B4-BE49-F238E27FC236}">
                <a16:creationId xmlns:a16="http://schemas.microsoft.com/office/drawing/2014/main" id="{C2D8A3F6-2F35-73E3-9D3E-A4B2C5CCADCC}"/>
              </a:ext>
            </a:extLst>
          </p:cNvPr>
          <p:cNvGrpSpPr/>
          <p:nvPr/>
        </p:nvGrpSpPr>
        <p:grpSpPr>
          <a:xfrm>
            <a:off x="8086648" y="4597944"/>
            <a:ext cx="1477637" cy="1874799"/>
            <a:chOff x="8086648" y="4597944"/>
            <a:chExt cx="1477637" cy="1874799"/>
          </a:xfrm>
        </p:grpSpPr>
        <p:sp>
          <p:nvSpPr>
            <p:cNvPr id="7" name="Line 25">
              <a:extLst>
                <a:ext uri="{FF2B5EF4-FFF2-40B4-BE49-F238E27FC236}">
                  <a16:creationId xmlns:a16="http://schemas.microsoft.com/office/drawing/2014/main" id="{A284797A-E967-AC08-DDE8-C60D655BBB6A}"/>
                </a:ext>
              </a:extLst>
            </p:cNvPr>
            <p:cNvSpPr>
              <a:spLocks noChangeShapeType="1"/>
            </p:cNvSpPr>
            <p:nvPr/>
          </p:nvSpPr>
          <p:spPr bwMode="auto">
            <a:xfrm>
              <a:off x="8086648" y="4597944"/>
              <a:ext cx="12270" cy="184514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8" name="Line 25">
              <a:extLst>
                <a:ext uri="{FF2B5EF4-FFF2-40B4-BE49-F238E27FC236}">
                  <a16:creationId xmlns:a16="http://schemas.microsoft.com/office/drawing/2014/main" id="{BC06DF10-8B26-397F-C400-CC5F137B88D4}"/>
                </a:ext>
              </a:extLst>
            </p:cNvPr>
            <p:cNvSpPr>
              <a:spLocks noChangeShapeType="1"/>
            </p:cNvSpPr>
            <p:nvPr/>
          </p:nvSpPr>
          <p:spPr bwMode="auto">
            <a:xfrm>
              <a:off x="9552015" y="4627598"/>
              <a:ext cx="12270" cy="184514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 name="Slide Number Placeholder 2">
            <a:extLst>
              <a:ext uri="{FF2B5EF4-FFF2-40B4-BE49-F238E27FC236}">
                <a16:creationId xmlns:a16="http://schemas.microsoft.com/office/drawing/2014/main" id="{899270D5-4B78-0C2E-2A95-D361876C417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57</a:t>
            </a:fld>
            <a:endParaRPr lang="en-US" dirty="0"/>
          </a:p>
        </p:txBody>
      </p:sp>
      <p:grpSp>
        <p:nvGrpSpPr>
          <p:cNvPr id="27" name="Group 26">
            <a:extLst>
              <a:ext uri="{FF2B5EF4-FFF2-40B4-BE49-F238E27FC236}">
                <a16:creationId xmlns:a16="http://schemas.microsoft.com/office/drawing/2014/main" id="{528E75F2-4312-5DD9-EF03-0F5CF0A238B0}"/>
              </a:ext>
            </a:extLst>
          </p:cNvPr>
          <p:cNvGrpSpPr/>
          <p:nvPr/>
        </p:nvGrpSpPr>
        <p:grpSpPr>
          <a:xfrm>
            <a:off x="4848307" y="2616837"/>
            <a:ext cx="4163327" cy="762645"/>
            <a:chOff x="4848307" y="2616837"/>
            <a:chExt cx="4163327" cy="762645"/>
          </a:xfrm>
        </p:grpSpPr>
        <p:pic>
          <p:nvPicPr>
            <p:cNvPr id="11" name="Picture 10" descr="A white rectangular object with black lines&#10;&#10;Description automatically generated">
              <a:extLst>
                <a:ext uri="{FF2B5EF4-FFF2-40B4-BE49-F238E27FC236}">
                  <a16:creationId xmlns:a16="http://schemas.microsoft.com/office/drawing/2014/main" id="{C0DBBB44-E4A1-205F-47C3-190C9E22261B}"/>
                </a:ext>
              </a:extLst>
            </p:cNvPr>
            <p:cNvPicPr>
              <a:picLocks noChangeAspect="1"/>
            </p:cNvPicPr>
            <p:nvPr/>
          </p:nvPicPr>
          <p:blipFill>
            <a:blip r:embed="rId4"/>
            <a:stretch>
              <a:fillRect/>
            </a:stretch>
          </p:blipFill>
          <p:spPr>
            <a:xfrm rot="19615010">
              <a:off x="8558379" y="2819623"/>
              <a:ext cx="453255" cy="402541"/>
            </a:xfrm>
            <a:prstGeom prst="rect">
              <a:avLst/>
            </a:prstGeom>
          </p:spPr>
        </p:pic>
        <p:sp>
          <p:nvSpPr>
            <p:cNvPr id="12" name="TextBox 11">
              <a:extLst>
                <a:ext uri="{FF2B5EF4-FFF2-40B4-BE49-F238E27FC236}">
                  <a16:creationId xmlns:a16="http://schemas.microsoft.com/office/drawing/2014/main" id="{08C34F64-260E-D147-FC27-946B82E7A992}"/>
                </a:ext>
              </a:extLst>
            </p:cNvPr>
            <p:cNvSpPr txBox="1"/>
            <p:nvPr/>
          </p:nvSpPr>
          <p:spPr>
            <a:xfrm>
              <a:off x="4848307" y="2616837"/>
              <a:ext cx="1978771" cy="762645"/>
            </a:xfrm>
            <a:prstGeom prst="rect">
              <a:avLst/>
            </a:prstGeom>
            <a:noFill/>
          </p:spPr>
          <p:txBody>
            <a:bodyPr wrap="square" rtlCol="0">
              <a:spAutoFit/>
            </a:bodyPr>
            <a:lstStyle/>
            <a:p>
              <a:pPr algn="ctr">
                <a:lnSpc>
                  <a:spcPct val="80000"/>
                </a:lnSpc>
              </a:pPr>
              <a:r>
                <a:rPr lang="en-US" dirty="0"/>
                <a:t>TLS  session ticket sent by server, cached at client</a:t>
              </a:r>
            </a:p>
          </p:txBody>
        </p:sp>
        <p:cxnSp>
          <p:nvCxnSpPr>
            <p:cNvPr id="16" name="Straight Connector 15">
              <a:extLst>
                <a:ext uri="{FF2B5EF4-FFF2-40B4-BE49-F238E27FC236}">
                  <a16:creationId xmlns:a16="http://schemas.microsoft.com/office/drawing/2014/main" id="{6276F477-257E-E147-7699-C02E1EA9F677}"/>
                </a:ext>
              </a:extLst>
            </p:cNvPr>
            <p:cNvCxnSpPr>
              <a:cxnSpLocks/>
            </p:cNvCxnSpPr>
            <p:nvPr/>
          </p:nvCxnSpPr>
          <p:spPr>
            <a:xfrm flipV="1">
              <a:off x="6591170" y="2989811"/>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8BAB2E53-1232-067A-40AF-4850EF6AF96A}"/>
              </a:ext>
            </a:extLst>
          </p:cNvPr>
          <p:cNvGrpSpPr/>
          <p:nvPr/>
        </p:nvGrpSpPr>
        <p:grpSpPr>
          <a:xfrm>
            <a:off x="4765292" y="3672464"/>
            <a:ext cx="3164488" cy="660598"/>
            <a:chOff x="4765292" y="3672464"/>
            <a:chExt cx="3164488" cy="660598"/>
          </a:xfrm>
        </p:grpSpPr>
        <p:sp>
          <p:nvSpPr>
            <p:cNvPr id="9" name="TextBox 8">
              <a:extLst>
                <a:ext uri="{FF2B5EF4-FFF2-40B4-BE49-F238E27FC236}">
                  <a16:creationId xmlns:a16="http://schemas.microsoft.com/office/drawing/2014/main" id="{B93D5B20-3671-A7BB-8ABB-7CCC699BCB7F}"/>
                </a:ext>
              </a:extLst>
            </p:cNvPr>
            <p:cNvSpPr txBox="1"/>
            <p:nvPr/>
          </p:nvSpPr>
          <p:spPr>
            <a:xfrm>
              <a:off x="4765292" y="3672464"/>
              <a:ext cx="1966501" cy="660598"/>
            </a:xfrm>
            <a:prstGeom prst="rect">
              <a:avLst/>
            </a:prstGeom>
            <a:noFill/>
          </p:spPr>
          <p:txBody>
            <a:bodyPr wrap="square" rtlCol="0">
              <a:spAutoFit/>
            </a:bodyPr>
            <a:lstStyle/>
            <a:p>
              <a:pPr algn="ctr"/>
              <a:r>
                <a:rPr lang="en-US" i="1" dirty="0"/>
                <a:t>end of first QUIC connection </a:t>
              </a:r>
            </a:p>
          </p:txBody>
        </p:sp>
        <p:cxnSp>
          <p:nvCxnSpPr>
            <p:cNvPr id="22" name="Straight Connector 21">
              <a:extLst>
                <a:ext uri="{FF2B5EF4-FFF2-40B4-BE49-F238E27FC236}">
                  <a16:creationId xmlns:a16="http://schemas.microsoft.com/office/drawing/2014/main" id="{F112DD96-5A3B-C49D-E481-37CFB286F535}"/>
                </a:ext>
              </a:extLst>
            </p:cNvPr>
            <p:cNvCxnSpPr>
              <a:cxnSpLocks/>
            </p:cNvCxnSpPr>
            <p:nvPr/>
          </p:nvCxnSpPr>
          <p:spPr>
            <a:xfrm flipV="1">
              <a:off x="5978930" y="3998463"/>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pic>
        <p:nvPicPr>
          <p:cNvPr id="19" name="Picture 18" descr="A white rectangular object with black lines&#10;&#10;Description automatically generated">
            <a:extLst>
              <a:ext uri="{FF2B5EF4-FFF2-40B4-BE49-F238E27FC236}">
                <a16:creationId xmlns:a16="http://schemas.microsoft.com/office/drawing/2014/main" id="{254F5D0D-9EAD-9641-2537-22AFEC566970}"/>
              </a:ext>
            </a:extLst>
          </p:cNvPr>
          <p:cNvPicPr>
            <a:picLocks noChangeAspect="1"/>
          </p:cNvPicPr>
          <p:nvPr/>
        </p:nvPicPr>
        <p:blipFill>
          <a:blip r:embed="rId4"/>
          <a:stretch>
            <a:fillRect/>
          </a:stretch>
        </p:blipFill>
        <p:spPr>
          <a:xfrm rot="19615010">
            <a:off x="7591798" y="3080205"/>
            <a:ext cx="453255" cy="402541"/>
          </a:xfrm>
          <a:prstGeom prst="rect">
            <a:avLst/>
          </a:prstGeom>
        </p:spPr>
      </p:pic>
      <p:grpSp>
        <p:nvGrpSpPr>
          <p:cNvPr id="29" name="Group 28">
            <a:extLst>
              <a:ext uri="{FF2B5EF4-FFF2-40B4-BE49-F238E27FC236}">
                <a16:creationId xmlns:a16="http://schemas.microsoft.com/office/drawing/2014/main" id="{81D6EA82-1C87-1CE9-1059-E88642BD8C55}"/>
              </a:ext>
            </a:extLst>
          </p:cNvPr>
          <p:cNvGrpSpPr/>
          <p:nvPr/>
        </p:nvGrpSpPr>
        <p:grpSpPr>
          <a:xfrm>
            <a:off x="4899325" y="4351713"/>
            <a:ext cx="3164488" cy="660598"/>
            <a:chOff x="4899325" y="4351713"/>
            <a:chExt cx="3164488" cy="660598"/>
          </a:xfrm>
        </p:grpSpPr>
        <p:sp>
          <p:nvSpPr>
            <p:cNvPr id="23" name="TextBox 22">
              <a:extLst>
                <a:ext uri="{FF2B5EF4-FFF2-40B4-BE49-F238E27FC236}">
                  <a16:creationId xmlns:a16="http://schemas.microsoft.com/office/drawing/2014/main" id="{5E9D90FA-C79C-8C9F-468D-2C17EF954BC8}"/>
                </a:ext>
              </a:extLst>
            </p:cNvPr>
            <p:cNvSpPr txBox="1"/>
            <p:nvPr/>
          </p:nvSpPr>
          <p:spPr>
            <a:xfrm>
              <a:off x="4899325" y="4351713"/>
              <a:ext cx="1966501" cy="660598"/>
            </a:xfrm>
            <a:prstGeom prst="rect">
              <a:avLst/>
            </a:prstGeom>
            <a:noFill/>
          </p:spPr>
          <p:txBody>
            <a:bodyPr wrap="square" rtlCol="0">
              <a:spAutoFit/>
            </a:bodyPr>
            <a:lstStyle/>
            <a:p>
              <a:pPr algn="ctr"/>
              <a:r>
                <a:rPr lang="en-US" i="1" dirty="0"/>
                <a:t>start of second QUIC connection </a:t>
              </a:r>
            </a:p>
          </p:txBody>
        </p:sp>
        <p:cxnSp>
          <p:nvCxnSpPr>
            <p:cNvPr id="24" name="Straight Connector 23">
              <a:extLst>
                <a:ext uri="{FF2B5EF4-FFF2-40B4-BE49-F238E27FC236}">
                  <a16:creationId xmlns:a16="http://schemas.microsoft.com/office/drawing/2014/main" id="{A98A3C3B-B992-6036-057C-FC796A634286}"/>
                </a:ext>
              </a:extLst>
            </p:cNvPr>
            <p:cNvCxnSpPr>
              <a:cxnSpLocks/>
            </p:cNvCxnSpPr>
            <p:nvPr/>
          </p:nvCxnSpPr>
          <p:spPr>
            <a:xfrm flipV="1">
              <a:off x="6112963" y="4677712"/>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E3F43068-DD36-2255-81E5-877706B0C900}"/>
              </a:ext>
            </a:extLst>
          </p:cNvPr>
          <p:cNvGrpSpPr/>
          <p:nvPr/>
        </p:nvGrpSpPr>
        <p:grpSpPr>
          <a:xfrm>
            <a:off x="659981" y="4251394"/>
            <a:ext cx="8925410" cy="2093745"/>
            <a:chOff x="659981" y="4251394"/>
            <a:chExt cx="8925410" cy="2093745"/>
          </a:xfrm>
        </p:grpSpPr>
        <p:sp>
          <p:nvSpPr>
            <p:cNvPr id="198" name="Content Placeholder 3">
              <a:extLst>
                <a:ext uri="{FF2B5EF4-FFF2-40B4-BE49-F238E27FC236}">
                  <a16:creationId xmlns:a16="http://schemas.microsoft.com/office/drawing/2014/main" id="{F5B7BF91-3606-0BBD-C39B-CE25157509EA}"/>
                </a:ext>
              </a:extLst>
            </p:cNvPr>
            <p:cNvSpPr txBox="1">
              <a:spLocks/>
            </p:cNvSpPr>
            <p:nvPr/>
          </p:nvSpPr>
          <p:spPr>
            <a:xfrm>
              <a:off x="659981" y="4251394"/>
              <a:ext cx="4254995" cy="209374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uses</a:t>
              </a: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 last session ticket for encryption, authentication for new connection</a:t>
              </a:r>
            </a:p>
            <a:p>
              <a:pPr marL="641350" indent="-223838">
                <a:defRPr/>
              </a:pP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0 RTT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handshake delay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 name="Group 35">
              <a:extLst>
                <a:ext uri="{FF2B5EF4-FFF2-40B4-BE49-F238E27FC236}">
                  <a16:creationId xmlns:a16="http://schemas.microsoft.com/office/drawing/2014/main" id="{F97A0ADA-1B02-BD9E-4C11-F823D2BC5FC1}"/>
                </a:ext>
              </a:extLst>
            </p:cNvPr>
            <p:cNvGrpSpPr/>
            <p:nvPr/>
          </p:nvGrpSpPr>
          <p:grpSpPr>
            <a:xfrm>
              <a:off x="7681761" y="4985061"/>
              <a:ext cx="1903630" cy="538559"/>
              <a:chOff x="7681761" y="4826037"/>
              <a:chExt cx="1903630" cy="538559"/>
            </a:xfrm>
          </p:grpSpPr>
          <p:sp>
            <p:nvSpPr>
              <p:cNvPr id="21" name="Line 104">
                <a:extLst>
                  <a:ext uri="{FF2B5EF4-FFF2-40B4-BE49-F238E27FC236}">
                    <a16:creationId xmlns:a16="http://schemas.microsoft.com/office/drawing/2014/main" id="{6F0731A0-058E-B2D6-D15B-3D61A79D9F8B}"/>
                  </a:ext>
                </a:extLst>
              </p:cNvPr>
              <p:cNvSpPr>
                <a:spLocks noChangeShapeType="1"/>
              </p:cNvSpPr>
              <p:nvPr/>
            </p:nvSpPr>
            <p:spPr bwMode="auto">
              <a:xfrm>
                <a:off x="8105841" y="504868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 name="TextBox 24">
                <a:extLst>
                  <a:ext uri="{FF2B5EF4-FFF2-40B4-BE49-F238E27FC236}">
                    <a16:creationId xmlns:a16="http://schemas.microsoft.com/office/drawing/2014/main" id="{4993FB8A-0CB2-BAB3-1C65-4BAC0E65D071}"/>
                  </a:ext>
                </a:extLst>
              </p:cNvPr>
              <p:cNvSpPr txBox="1"/>
              <p:nvPr/>
            </p:nvSpPr>
            <p:spPr>
              <a:xfrm>
                <a:off x="8518517" y="4995264"/>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pic>
            <p:nvPicPr>
              <p:cNvPr id="26" name="Picture 25" descr="A white rectangular object with black lines&#10;&#10;Description automatically generated">
                <a:extLst>
                  <a:ext uri="{FF2B5EF4-FFF2-40B4-BE49-F238E27FC236}">
                    <a16:creationId xmlns:a16="http://schemas.microsoft.com/office/drawing/2014/main" id="{9B23612C-9216-2A44-D5F7-0ABA9158530F}"/>
                  </a:ext>
                </a:extLst>
              </p:cNvPr>
              <p:cNvPicPr>
                <a:picLocks noChangeAspect="1"/>
              </p:cNvPicPr>
              <p:nvPr/>
            </p:nvPicPr>
            <p:blipFill>
              <a:blip r:embed="rId4"/>
              <a:stretch>
                <a:fillRect/>
              </a:stretch>
            </p:blipFill>
            <p:spPr>
              <a:xfrm rot="19615010">
                <a:off x="7681761" y="4826037"/>
                <a:ext cx="453255" cy="402541"/>
              </a:xfrm>
              <a:prstGeom prst="rect">
                <a:avLst/>
              </a:prstGeom>
            </p:spPr>
          </p:pic>
        </p:grpSp>
        <p:cxnSp>
          <p:nvCxnSpPr>
            <p:cNvPr id="32" name="Straight Connector 31">
              <a:extLst>
                <a:ext uri="{FF2B5EF4-FFF2-40B4-BE49-F238E27FC236}">
                  <a16:creationId xmlns:a16="http://schemas.microsoft.com/office/drawing/2014/main" id="{B5D72C77-888C-C4FD-1FAD-69BAF28989B5}"/>
                </a:ext>
              </a:extLst>
            </p:cNvPr>
            <p:cNvCxnSpPr>
              <a:cxnSpLocks/>
            </p:cNvCxnSpPr>
            <p:nvPr/>
          </p:nvCxnSpPr>
          <p:spPr>
            <a:xfrm>
              <a:off x="4373217" y="5174316"/>
              <a:ext cx="327964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6840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dissolve">
                                      <p:cBhvr>
                                        <p:cTn id="22" dur="500"/>
                                        <p:tgtEl>
                                          <p:spTgt spid="29"/>
                                        </p:tgtEl>
                                      </p:cBhvr>
                                    </p:animEffect>
                                  </p:childTnLst>
                                </p:cTn>
                              </p:par>
                              <p:par>
                                <p:cTn id="23" presetID="9" presetClass="entr" presetSubtype="0" fill="hold"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dissolv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58</a:t>
            </a:fld>
            <a:endParaRPr lang="en-US" dirty="0"/>
          </a:p>
        </p:txBody>
      </p:sp>
      <p:grpSp>
        <p:nvGrpSpPr>
          <p:cNvPr id="2" name="Group 1">
            <a:extLst>
              <a:ext uri="{FF2B5EF4-FFF2-40B4-BE49-F238E27FC236}">
                <a16:creationId xmlns:a16="http://schemas.microsoft.com/office/drawing/2014/main" id="{FD339CFC-496F-2B33-38F5-0318904BADCD}"/>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8C50841B-A09E-237D-E762-5648F1B7CB7E}"/>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FB5E5C93-1628-B1E5-FF40-91A44E243DDC}"/>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96310058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60</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61</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62</a:t>
            </a:fld>
            <a:endParaRPr lang="en-US" dirty="0"/>
          </a:p>
        </p:txBody>
      </p:sp>
      <p:pic>
        <p:nvPicPr>
          <p:cNvPr id="2" name="Picture 1" descr="Cartoon child with pigtails and purple bows&#10;&#10;Description automatically generated">
            <a:extLst>
              <a:ext uri="{FF2B5EF4-FFF2-40B4-BE49-F238E27FC236}">
                <a16:creationId xmlns:a16="http://schemas.microsoft.com/office/drawing/2014/main" id="{0F4809C8-C2BF-15DD-A423-439213090932}"/>
              </a:ext>
            </a:extLst>
          </p:cNvPr>
          <p:cNvPicPr>
            <a:picLocks noChangeAspect="1"/>
          </p:cNvPicPr>
          <p:nvPr/>
        </p:nvPicPr>
        <p:blipFill>
          <a:blip r:embed="rId4"/>
          <a:stretch>
            <a:fillRect/>
          </a:stretch>
        </p:blipFill>
        <p:spPr>
          <a:xfrm>
            <a:off x="1279735" y="5081182"/>
            <a:ext cx="935365" cy="782151"/>
          </a:xfrm>
          <a:prstGeom prst="rect">
            <a:avLst/>
          </a:prstGeom>
        </p:spPr>
      </p:pic>
      <p:pic>
        <p:nvPicPr>
          <p:cNvPr id="3" name="Picture 2" descr="A cartoon of a person with a green bow tie&#10;&#10;Description automatically generated">
            <a:extLst>
              <a:ext uri="{FF2B5EF4-FFF2-40B4-BE49-F238E27FC236}">
                <a16:creationId xmlns:a16="http://schemas.microsoft.com/office/drawing/2014/main" id="{C7D0FE14-C2F8-1269-7026-FDA9051829AA}"/>
              </a:ext>
            </a:extLst>
          </p:cNvPr>
          <p:cNvPicPr>
            <a:picLocks noChangeAspect="1"/>
          </p:cNvPicPr>
          <p:nvPr/>
        </p:nvPicPr>
        <p:blipFill>
          <a:blip r:embed="rId5"/>
          <a:stretch>
            <a:fillRect/>
          </a:stretch>
        </p:blipFill>
        <p:spPr>
          <a:xfrm>
            <a:off x="8768442" y="5061401"/>
            <a:ext cx="1020860" cy="850702"/>
          </a:xfrm>
          <a:prstGeom prst="rect">
            <a:avLst/>
          </a:prstGeom>
        </p:spPr>
      </p:pic>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469775"/>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63</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64</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65</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66</a:t>
            </a:fld>
            <a:endParaRPr lang="en-US" dirty="0"/>
          </a:p>
        </p:txBody>
      </p:sp>
      <p:pic>
        <p:nvPicPr>
          <p:cNvPr id="3" name="Picture 2" descr="Cartoon child with pigtails and purple bows&#10;&#10;Description automatically generated">
            <a:extLst>
              <a:ext uri="{FF2B5EF4-FFF2-40B4-BE49-F238E27FC236}">
                <a16:creationId xmlns:a16="http://schemas.microsoft.com/office/drawing/2014/main" id="{29762C02-5326-6038-2AB2-489CED6858A9}"/>
              </a:ext>
            </a:extLst>
          </p:cNvPr>
          <p:cNvPicPr>
            <a:picLocks noChangeAspect="1"/>
          </p:cNvPicPr>
          <p:nvPr/>
        </p:nvPicPr>
        <p:blipFill>
          <a:blip r:embed="rId4"/>
          <a:stretch>
            <a:fillRect/>
          </a:stretch>
        </p:blipFill>
        <p:spPr>
          <a:xfrm>
            <a:off x="1638307" y="1580166"/>
            <a:ext cx="935365" cy="782151"/>
          </a:xfrm>
          <a:prstGeom prst="rect">
            <a:avLst/>
          </a:prstGeom>
        </p:spPr>
      </p:pic>
      <p:pic>
        <p:nvPicPr>
          <p:cNvPr id="4" name="Picture 3" descr="A cartoon of a person with a green bow tie&#10;&#10;Description automatically generated">
            <a:extLst>
              <a:ext uri="{FF2B5EF4-FFF2-40B4-BE49-F238E27FC236}">
                <a16:creationId xmlns:a16="http://schemas.microsoft.com/office/drawing/2014/main" id="{D2758BD8-647B-A13A-A407-6EA8F9A29AAC}"/>
              </a:ext>
            </a:extLst>
          </p:cNvPr>
          <p:cNvPicPr>
            <a:picLocks noChangeAspect="1"/>
          </p:cNvPicPr>
          <p:nvPr/>
        </p:nvPicPr>
        <p:blipFill>
          <a:blip r:embed="rId5"/>
          <a:stretch>
            <a:fillRect/>
          </a:stretch>
        </p:blipFill>
        <p:spPr>
          <a:xfrm>
            <a:off x="9453881" y="1669222"/>
            <a:ext cx="1020860" cy="850702"/>
          </a:xfrm>
          <a:prstGeom prst="rect">
            <a:avLst/>
          </a:prstGeom>
        </p:spPr>
      </p:pic>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67</a:t>
            </a:fld>
            <a:endParaRPr lang="en-US" dirty="0"/>
          </a:p>
        </p:txBody>
      </p:sp>
      <p:grpSp>
        <p:nvGrpSpPr>
          <p:cNvPr id="2" name="Group 1">
            <a:extLst>
              <a:ext uri="{FF2B5EF4-FFF2-40B4-BE49-F238E27FC236}">
                <a16:creationId xmlns:a16="http://schemas.microsoft.com/office/drawing/2014/main" id="{CD541EC0-5B2C-A77B-F3AC-CA0375AFA58B}"/>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6BF2C2A9-FA94-A43C-2AA1-163E4224BD87}"/>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A004417E-C69E-5294-CC26-411492DA54B2}"/>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31564807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05963" y="1180296"/>
            <a:ext cx="6156745"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7334007" y="5609479"/>
            <a:ext cx="4118478" cy="11987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altLang="en-US"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13 logical root name “</a:t>
            </a:r>
            <a:r>
              <a:rPr kumimoji="0" lang="en-US" altLang="ja-JP"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servers” worldwide;  each “server,” replicated many times</a:t>
            </a:r>
            <a:endParaRPr kumimoji="0" lang="en-US" altLang="ja-JP" sz="1800"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EA66C62D-6941-0B64-EFFD-AEF5C75DF639}"/>
              </a:ext>
            </a:extLst>
          </p:cNvPr>
          <p:cNvPicPr>
            <a:picLocks noChangeAspect="1"/>
          </p:cNvPicPr>
          <p:nvPr/>
        </p:nvPicPr>
        <p:blipFill>
          <a:blip r:embed="rId3"/>
          <a:stretch>
            <a:fillRect/>
          </a:stretch>
        </p:blipFill>
        <p:spPr>
          <a:xfrm>
            <a:off x="890657" y="3761628"/>
            <a:ext cx="6289632" cy="2807047"/>
          </a:xfrm>
          <a:prstGeom prst="rect">
            <a:avLst/>
          </a:prstGeom>
        </p:spPr>
      </p:pic>
      <p:sp>
        <p:nvSpPr>
          <p:cNvPr id="4" name="Rectangle 3">
            <a:extLst>
              <a:ext uri="{FF2B5EF4-FFF2-40B4-BE49-F238E27FC236}">
                <a16:creationId xmlns:a16="http://schemas.microsoft.com/office/drawing/2014/main" id="{E99CF6E7-9C3C-00A8-8BCC-10E139488B96}"/>
              </a:ext>
            </a:extLst>
          </p:cNvPr>
          <p:cNvSpPr txBox="1">
            <a:spLocks noChangeArrowheads="1"/>
          </p:cNvSpPr>
          <p:nvPr/>
        </p:nvSpPr>
        <p:spPr>
          <a:xfrm>
            <a:off x="6882627" y="1165583"/>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88925">
              <a:defRPr/>
            </a:pPr>
            <a:r>
              <a:rPr lang="en-US" dirty="0">
                <a:solidFill>
                  <a:prstClr val="black"/>
                </a:solidFill>
              </a:rPr>
              <a:t>ICANN (Internet Corporation for Assigned Names and Numbers)</a:t>
            </a:r>
            <a:r>
              <a:rPr lang="en-US" dirty="0">
                <a:solidFill>
                  <a:prstClr val="black"/>
                </a:solidFill>
                <a:ea typeface="ＭＳ Ｐゴシック" panose="020B0600070205080204" pitchFamily="34" charset="-128"/>
              </a:rPr>
              <a:t> manages root DNS domain</a:t>
            </a:r>
            <a:endParaRPr lang="en-US" dirty="0">
              <a:solidFill>
                <a:prstClr val="black"/>
              </a:solidFill>
            </a:endParaRP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0" end="0"/>
                                            </p:txEl>
                                          </p:spTgt>
                                        </p:tgtEl>
                                        <p:attrNameLst>
                                          <p:attrName>style.visibility</p:attrName>
                                        </p:attrNameLst>
                                      </p:cBhvr>
                                      <p:to>
                                        <p:strVal val="visible"/>
                                      </p:to>
                                    </p:set>
                                    <p:animEffect transition="in" filter="dissolve">
                                      <p:cBhvr>
                                        <p:cTn id="21" dur="500"/>
                                        <p:tgtEl>
                                          <p:spTgt spid="4">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
                                            <p:txEl>
                                              <p:pRg st="1" end="1"/>
                                            </p:txEl>
                                          </p:spTgt>
                                        </p:tgtEl>
                                        <p:attrNameLst>
                                          <p:attrName>style.visibility</p:attrName>
                                        </p:attrNameLst>
                                      </p:cBhvr>
                                      <p:to>
                                        <p:strVal val="visible"/>
                                      </p:to>
                                    </p:set>
                                    <p:animEffect transition="in" filter="dissolve">
                                      <p:cBhvr>
                                        <p:cTn id="26"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P spid="4" grpId="0" uiExpand="1"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84</a:t>
            </a:fld>
            <a:endParaRPr lang="en-US" dirty="0"/>
          </a:p>
        </p:txBody>
      </p:sp>
      <p:grpSp>
        <p:nvGrpSpPr>
          <p:cNvPr id="2" name="Group 1">
            <a:extLst>
              <a:ext uri="{FF2B5EF4-FFF2-40B4-BE49-F238E27FC236}">
                <a16:creationId xmlns:a16="http://schemas.microsoft.com/office/drawing/2014/main" id="{1E4AC3E2-D119-EB28-248E-26794393D8B2}"/>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5D0204A-0FAA-6869-65F6-EE3ECA9D4625}"/>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6A73D77C-3D7F-1765-6C83-41FBC5C6013E}"/>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19081926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610164" y="2844616"/>
            <a:ext cx="2744120" cy="34163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Arial"/>
              </a:rPr>
              <a:t>Cumulative data (chunks)</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10211492" y="4330104"/>
            <a:ext cx="6639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B83A91F9-EBE3-5AB5-09E5-69D1FACF91C3}"/>
              </a:ext>
            </a:extLst>
          </p:cNvPr>
          <p:cNvGrpSpPr/>
          <p:nvPr/>
        </p:nvGrpSpPr>
        <p:grpSpPr>
          <a:xfrm>
            <a:off x="2430276" y="2225832"/>
            <a:ext cx="7694157" cy="2069827"/>
            <a:chOff x="2430276" y="2225832"/>
            <a:chExt cx="7694157" cy="2069827"/>
          </a:xfrm>
        </p:grpSpPr>
        <p:cxnSp>
          <p:nvCxnSpPr>
            <p:cNvPr id="3" name="Straight Connector 2">
              <a:extLst>
                <a:ext uri="{FF2B5EF4-FFF2-40B4-BE49-F238E27FC236}">
                  <a16:creationId xmlns:a16="http://schemas.microsoft.com/office/drawing/2014/main" id="{E17BB021-F608-D82F-7709-ADE25E651049}"/>
                </a:ext>
              </a:extLst>
            </p:cNvPr>
            <p:cNvCxnSpPr/>
            <p:nvPr/>
          </p:nvCxnSpPr>
          <p:spPr>
            <a:xfrm>
              <a:off x="2430276" y="429565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431E6E60-211B-DE00-09E4-81C1E4B86442}"/>
                </a:ext>
              </a:extLst>
            </p:cNvPr>
            <p:cNvCxnSpPr/>
            <p:nvPr/>
          </p:nvCxnSpPr>
          <p:spPr>
            <a:xfrm>
              <a:off x="2437153" y="4065594"/>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47910C7A-EEFC-D6F1-65F1-E97E6B51A2D4}"/>
                </a:ext>
              </a:extLst>
            </p:cNvPr>
            <p:cNvCxnSpPr/>
            <p:nvPr/>
          </p:nvCxnSpPr>
          <p:spPr>
            <a:xfrm>
              <a:off x="2445774" y="3834580"/>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028D52E-35DF-9814-6817-23B21C5438D9}"/>
                </a:ext>
              </a:extLst>
            </p:cNvPr>
            <p:cNvCxnSpPr/>
            <p:nvPr/>
          </p:nvCxnSpPr>
          <p:spPr>
            <a:xfrm>
              <a:off x="2441870" y="360356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FCBE622-F529-2A9F-46CD-ADE297E9F366}"/>
                </a:ext>
              </a:extLst>
            </p:cNvPr>
            <p:cNvCxnSpPr/>
            <p:nvPr/>
          </p:nvCxnSpPr>
          <p:spPr>
            <a:xfrm>
              <a:off x="2442141" y="3376727"/>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1541F78-D19B-6C3F-88AD-78DAEEB21017}"/>
                </a:ext>
              </a:extLst>
            </p:cNvPr>
            <p:cNvCxnSpPr/>
            <p:nvPr/>
          </p:nvCxnSpPr>
          <p:spPr>
            <a:xfrm>
              <a:off x="2446587" y="3145713"/>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7BFF30-60AE-19D7-264D-71413FCA1521}"/>
                </a:ext>
              </a:extLst>
            </p:cNvPr>
            <p:cNvCxnSpPr/>
            <p:nvPr/>
          </p:nvCxnSpPr>
          <p:spPr>
            <a:xfrm>
              <a:off x="2451033" y="291469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0CC6A51-0720-2032-2619-7BDFC977CCF3}"/>
                </a:ext>
              </a:extLst>
            </p:cNvPr>
            <p:cNvCxnSpPr/>
            <p:nvPr/>
          </p:nvCxnSpPr>
          <p:spPr>
            <a:xfrm>
              <a:off x="2434254" y="2679510"/>
              <a:ext cx="7672587" cy="0"/>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3942816-4F9F-55A7-1160-D0A810EF772C}"/>
                </a:ext>
              </a:extLst>
            </p:cNvPr>
            <p:cNvCxnSpPr/>
            <p:nvPr/>
          </p:nvCxnSpPr>
          <p:spPr>
            <a:xfrm>
              <a:off x="2451575" y="244849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2CC485-4EC1-4DC2-3B62-A65404BA98C6}"/>
                </a:ext>
              </a:extLst>
            </p:cNvPr>
            <p:cNvCxnSpPr/>
            <p:nvPr/>
          </p:nvCxnSpPr>
          <p:spPr>
            <a:xfrm>
              <a:off x="2451846" y="2225832"/>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78A502E2-4B3E-C82D-94BE-C3FE5F18EA44}"/>
              </a:ext>
            </a:extLst>
          </p:cNvPr>
          <p:cNvGrpSpPr/>
          <p:nvPr/>
        </p:nvGrpSpPr>
        <p:grpSpPr>
          <a:xfrm>
            <a:off x="2147799" y="2080751"/>
            <a:ext cx="328936" cy="2338510"/>
            <a:chOff x="2110014" y="2065637"/>
            <a:chExt cx="328936" cy="2338510"/>
          </a:xfrm>
        </p:grpSpPr>
        <p:sp>
          <p:nvSpPr>
            <p:cNvPr id="14" name="TextBox 13">
              <a:extLst>
                <a:ext uri="{FF2B5EF4-FFF2-40B4-BE49-F238E27FC236}">
                  <a16:creationId xmlns:a16="http://schemas.microsoft.com/office/drawing/2014/main" id="{22D577B8-1620-8BC9-978C-2DDD576394F9}"/>
                </a:ext>
              </a:extLst>
            </p:cNvPr>
            <p:cNvSpPr txBox="1"/>
            <p:nvPr/>
          </p:nvSpPr>
          <p:spPr>
            <a:xfrm>
              <a:off x="2174481" y="4142537"/>
              <a:ext cx="256802" cy="261610"/>
            </a:xfrm>
            <a:prstGeom prst="rect">
              <a:avLst/>
            </a:prstGeom>
            <a:noFill/>
          </p:spPr>
          <p:txBody>
            <a:bodyPr wrap="none" rtlCol="0">
              <a:spAutoFit/>
            </a:bodyPr>
            <a:lstStyle/>
            <a:p>
              <a:r>
                <a:rPr lang="en-US" sz="1100" dirty="0">
                  <a:solidFill>
                    <a:schemeClr val="bg1">
                      <a:lumMod val="65000"/>
                    </a:schemeClr>
                  </a:solidFill>
                </a:rPr>
                <a:t>1</a:t>
              </a:r>
            </a:p>
          </p:txBody>
        </p:sp>
        <p:sp>
          <p:nvSpPr>
            <p:cNvPr id="15" name="TextBox 14">
              <a:extLst>
                <a:ext uri="{FF2B5EF4-FFF2-40B4-BE49-F238E27FC236}">
                  <a16:creationId xmlns:a16="http://schemas.microsoft.com/office/drawing/2014/main" id="{597038E0-FED7-5776-7B30-D0DC13F71B19}"/>
                </a:ext>
              </a:extLst>
            </p:cNvPr>
            <p:cNvSpPr txBox="1"/>
            <p:nvPr/>
          </p:nvSpPr>
          <p:spPr>
            <a:xfrm>
              <a:off x="2172484" y="3908167"/>
              <a:ext cx="256802" cy="261610"/>
            </a:xfrm>
            <a:prstGeom prst="rect">
              <a:avLst/>
            </a:prstGeom>
            <a:noFill/>
          </p:spPr>
          <p:txBody>
            <a:bodyPr wrap="none" rtlCol="0">
              <a:spAutoFit/>
            </a:bodyPr>
            <a:lstStyle/>
            <a:p>
              <a:r>
                <a:rPr lang="en-US" sz="1100" dirty="0">
                  <a:solidFill>
                    <a:schemeClr val="bg1">
                      <a:lumMod val="65000"/>
                    </a:schemeClr>
                  </a:solidFill>
                </a:rPr>
                <a:t>2</a:t>
              </a:r>
            </a:p>
          </p:txBody>
        </p:sp>
        <p:sp>
          <p:nvSpPr>
            <p:cNvPr id="16" name="TextBox 15">
              <a:extLst>
                <a:ext uri="{FF2B5EF4-FFF2-40B4-BE49-F238E27FC236}">
                  <a16:creationId xmlns:a16="http://schemas.microsoft.com/office/drawing/2014/main" id="{269E32A0-C8F2-80D1-B694-F8549624E129}"/>
                </a:ext>
              </a:extLst>
            </p:cNvPr>
            <p:cNvSpPr txBox="1"/>
            <p:nvPr/>
          </p:nvSpPr>
          <p:spPr>
            <a:xfrm>
              <a:off x="2169884" y="3677040"/>
              <a:ext cx="256802" cy="261610"/>
            </a:xfrm>
            <a:prstGeom prst="rect">
              <a:avLst/>
            </a:prstGeom>
            <a:noFill/>
          </p:spPr>
          <p:txBody>
            <a:bodyPr wrap="none" rtlCol="0">
              <a:spAutoFit/>
            </a:bodyPr>
            <a:lstStyle/>
            <a:p>
              <a:r>
                <a:rPr lang="en-US" sz="1100" dirty="0">
                  <a:solidFill>
                    <a:schemeClr val="bg1">
                      <a:lumMod val="65000"/>
                    </a:schemeClr>
                  </a:solidFill>
                </a:rPr>
                <a:t>3</a:t>
              </a:r>
            </a:p>
          </p:txBody>
        </p:sp>
        <p:sp>
          <p:nvSpPr>
            <p:cNvPr id="17" name="TextBox 16">
              <a:extLst>
                <a:ext uri="{FF2B5EF4-FFF2-40B4-BE49-F238E27FC236}">
                  <a16:creationId xmlns:a16="http://schemas.microsoft.com/office/drawing/2014/main" id="{6EA8877A-C283-18C0-DB3A-E77EDAF06C02}"/>
                </a:ext>
              </a:extLst>
            </p:cNvPr>
            <p:cNvSpPr txBox="1"/>
            <p:nvPr/>
          </p:nvSpPr>
          <p:spPr>
            <a:xfrm>
              <a:off x="2172450" y="3445913"/>
              <a:ext cx="256802" cy="261610"/>
            </a:xfrm>
            <a:prstGeom prst="rect">
              <a:avLst/>
            </a:prstGeom>
            <a:noFill/>
          </p:spPr>
          <p:txBody>
            <a:bodyPr wrap="none" rtlCol="0">
              <a:spAutoFit/>
            </a:bodyPr>
            <a:lstStyle/>
            <a:p>
              <a:r>
                <a:rPr lang="en-US" sz="1100" dirty="0">
                  <a:solidFill>
                    <a:schemeClr val="bg1">
                      <a:lumMod val="65000"/>
                    </a:schemeClr>
                  </a:solidFill>
                </a:rPr>
                <a:t>4</a:t>
              </a:r>
            </a:p>
          </p:txBody>
        </p:sp>
        <p:sp>
          <p:nvSpPr>
            <p:cNvPr id="18" name="TextBox 17">
              <a:extLst>
                <a:ext uri="{FF2B5EF4-FFF2-40B4-BE49-F238E27FC236}">
                  <a16:creationId xmlns:a16="http://schemas.microsoft.com/office/drawing/2014/main" id="{4F2D5254-C170-DFB6-2F94-DB1C9267EC4B}"/>
                </a:ext>
              </a:extLst>
            </p:cNvPr>
            <p:cNvSpPr txBox="1"/>
            <p:nvPr/>
          </p:nvSpPr>
          <p:spPr>
            <a:xfrm>
              <a:off x="2168530" y="3224515"/>
              <a:ext cx="256802" cy="261610"/>
            </a:xfrm>
            <a:prstGeom prst="rect">
              <a:avLst/>
            </a:prstGeom>
            <a:noFill/>
          </p:spPr>
          <p:txBody>
            <a:bodyPr wrap="none" rtlCol="0">
              <a:spAutoFit/>
            </a:bodyPr>
            <a:lstStyle/>
            <a:p>
              <a:r>
                <a:rPr lang="en-US" sz="1100" dirty="0">
                  <a:solidFill>
                    <a:schemeClr val="bg1">
                      <a:lumMod val="65000"/>
                    </a:schemeClr>
                  </a:solidFill>
                </a:rPr>
                <a:t>5</a:t>
              </a:r>
            </a:p>
          </p:txBody>
        </p:sp>
        <p:sp>
          <p:nvSpPr>
            <p:cNvPr id="19" name="TextBox 18">
              <a:extLst>
                <a:ext uri="{FF2B5EF4-FFF2-40B4-BE49-F238E27FC236}">
                  <a16:creationId xmlns:a16="http://schemas.microsoft.com/office/drawing/2014/main" id="{E4857C94-89F7-E265-920B-79DB974C77D5}"/>
                </a:ext>
              </a:extLst>
            </p:cNvPr>
            <p:cNvSpPr txBox="1"/>
            <p:nvPr/>
          </p:nvSpPr>
          <p:spPr>
            <a:xfrm>
              <a:off x="2167853" y="2990145"/>
              <a:ext cx="256802" cy="261610"/>
            </a:xfrm>
            <a:prstGeom prst="rect">
              <a:avLst/>
            </a:prstGeom>
            <a:noFill/>
          </p:spPr>
          <p:txBody>
            <a:bodyPr wrap="none" rtlCol="0">
              <a:spAutoFit/>
            </a:bodyPr>
            <a:lstStyle/>
            <a:p>
              <a:r>
                <a:rPr lang="en-US" sz="1100" dirty="0">
                  <a:solidFill>
                    <a:schemeClr val="bg1">
                      <a:lumMod val="65000"/>
                    </a:schemeClr>
                  </a:solidFill>
                </a:rPr>
                <a:t>6</a:t>
              </a:r>
            </a:p>
          </p:txBody>
        </p:sp>
        <p:sp>
          <p:nvSpPr>
            <p:cNvPr id="20" name="TextBox 19">
              <a:extLst>
                <a:ext uri="{FF2B5EF4-FFF2-40B4-BE49-F238E27FC236}">
                  <a16:creationId xmlns:a16="http://schemas.microsoft.com/office/drawing/2014/main" id="{D6B93C79-CF71-864D-A0AC-5B246949E4C0}"/>
                </a:ext>
              </a:extLst>
            </p:cNvPr>
            <p:cNvSpPr txBox="1"/>
            <p:nvPr/>
          </p:nvSpPr>
          <p:spPr>
            <a:xfrm>
              <a:off x="2170419" y="2752532"/>
              <a:ext cx="256802" cy="261610"/>
            </a:xfrm>
            <a:prstGeom prst="rect">
              <a:avLst/>
            </a:prstGeom>
            <a:noFill/>
          </p:spPr>
          <p:txBody>
            <a:bodyPr wrap="none" rtlCol="0">
              <a:spAutoFit/>
            </a:bodyPr>
            <a:lstStyle/>
            <a:p>
              <a:r>
                <a:rPr lang="en-US" sz="1100" dirty="0">
                  <a:solidFill>
                    <a:schemeClr val="bg1">
                      <a:lumMod val="65000"/>
                    </a:schemeClr>
                  </a:solidFill>
                </a:rPr>
                <a:t>7</a:t>
              </a:r>
            </a:p>
          </p:txBody>
        </p:sp>
        <p:sp>
          <p:nvSpPr>
            <p:cNvPr id="21" name="TextBox 20">
              <a:extLst>
                <a:ext uri="{FF2B5EF4-FFF2-40B4-BE49-F238E27FC236}">
                  <a16:creationId xmlns:a16="http://schemas.microsoft.com/office/drawing/2014/main" id="{BFC6E008-B6A3-185C-7AD5-4B05A9C12FE8}"/>
                </a:ext>
              </a:extLst>
            </p:cNvPr>
            <p:cNvSpPr txBox="1"/>
            <p:nvPr/>
          </p:nvSpPr>
          <p:spPr>
            <a:xfrm>
              <a:off x="2169742" y="2521405"/>
              <a:ext cx="256802" cy="261610"/>
            </a:xfrm>
            <a:prstGeom prst="rect">
              <a:avLst/>
            </a:prstGeom>
            <a:noFill/>
          </p:spPr>
          <p:txBody>
            <a:bodyPr wrap="none" rtlCol="0">
              <a:spAutoFit/>
            </a:bodyPr>
            <a:lstStyle/>
            <a:p>
              <a:r>
                <a:rPr lang="en-US" sz="1100" dirty="0">
                  <a:solidFill>
                    <a:schemeClr val="bg1">
                      <a:lumMod val="65000"/>
                    </a:schemeClr>
                  </a:solidFill>
                </a:rPr>
                <a:t>8</a:t>
              </a:r>
            </a:p>
          </p:txBody>
        </p:sp>
        <p:sp>
          <p:nvSpPr>
            <p:cNvPr id="22" name="TextBox 21">
              <a:extLst>
                <a:ext uri="{FF2B5EF4-FFF2-40B4-BE49-F238E27FC236}">
                  <a16:creationId xmlns:a16="http://schemas.microsoft.com/office/drawing/2014/main" id="{C4D5A138-B2D3-6B7A-589D-06211025659E}"/>
                </a:ext>
              </a:extLst>
            </p:cNvPr>
            <p:cNvSpPr txBox="1"/>
            <p:nvPr/>
          </p:nvSpPr>
          <p:spPr>
            <a:xfrm>
              <a:off x="2172303" y="2290278"/>
              <a:ext cx="256802" cy="261610"/>
            </a:xfrm>
            <a:prstGeom prst="rect">
              <a:avLst/>
            </a:prstGeom>
            <a:noFill/>
          </p:spPr>
          <p:txBody>
            <a:bodyPr wrap="none" rtlCol="0">
              <a:spAutoFit/>
            </a:bodyPr>
            <a:lstStyle/>
            <a:p>
              <a:r>
                <a:rPr lang="en-US" sz="1100" dirty="0">
                  <a:solidFill>
                    <a:schemeClr val="bg1">
                      <a:lumMod val="65000"/>
                    </a:schemeClr>
                  </a:solidFill>
                </a:rPr>
                <a:t>9</a:t>
              </a:r>
            </a:p>
          </p:txBody>
        </p:sp>
        <p:sp>
          <p:nvSpPr>
            <p:cNvPr id="23" name="TextBox 22">
              <a:extLst>
                <a:ext uri="{FF2B5EF4-FFF2-40B4-BE49-F238E27FC236}">
                  <a16:creationId xmlns:a16="http://schemas.microsoft.com/office/drawing/2014/main" id="{A3AF268A-7563-C088-15DD-92B8433E1E51}"/>
                </a:ext>
              </a:extLst>
            </p:cNvPr>
            <p:cNvSpPr txBox="1"/>
            <p:nvPr/>
          </p:nvSpPr>
          <p:spPr>
            <a:xfrm>
              <a:off x="2110014" y="2065637"/>
              <a:ext cx="328936" cy="261610"/>
            </a:xfrm>
            <a:prstGeom prst="rect">
              <a:avLst/>
            </a:prstGeom>
            <a:noFill/>
          </p:spPr>
          <p:txBody>
            <a:bodyPr wrap="none" rtlCol="0">
              <a:spAutoFit/>
            </a:bodyPr>
            <a:lstStyle/>
            <a:p>
              <a:r>
                <a:rPr lang="en-US" sz="1100" dirty="0">
                  <a:solidFill>
                    <a:schemeClr val="bg1">
                      <a:lumMod val="65000"/>
                    </a:schemeClr>
                  </a:solidFill>
                </a:rPr>
                <a:t>10</a:t>
              </a:r>
            </a:p>
          </p:txBody>
        </p:sp>
      </p:grpSp>
      <p:grpSp>
        <p:nvGrpSpPr>
          <p:cNvPr id="30" name="Group 29">
            <a:extLst>
              <a:ext uri="{FF2B5EF4-FFF2-40B4-BE49-F238E27FC236}">
                <a16:creationId xmlns:a16="http://schemas.microsoft.com/office/drawing/2014/main" id="{C94B95F7-78AD-EFBA-35F8-C059FD6506C8}"/>
              </a:ext>
            </a:extLst>
          </p:cNvPr>
          <p:cNvGrpSpPr/>
          <p:nvPr/>
        </p:nvGrpSpPr>
        <p:grpSpPr>
          <a:xfrm>
            <a:off x="6270547" y="1537252"/>
            <a:ext cx="3815537" cy="3684460"/>
            <a:chOff x="6270547" y="1537252"/>
            <a:chExt cx="3815537" cy="3684460"/>
          </a:xfrm>
        </p:grpSpPr>
        <p:cxnSp>
          <p:nvCxnSpPr>
            <p:cNvPr id="26" name="Straight Connector 25">
              <a:extLst>
                <a:ext uri="{FF2B5EF4-FFF2-40B4-BE49-F238E27FC236}">
                  <a16:creationId xmlns:a16="http://schemas.microsoft.com/office/drawing/2014/main" id="{03D0AD79-FC33-826C-FE14-B100AC62AC39}"/>
                </a:ext>
              </a:extLst>
            </p:cNvPr>
            <p:cNvCxnSpPr>
              <a:cxnSpLocks/>
            </p:cNvCxnSpPr>
            <p:nvPr/>
          </p:nvCxnSpPr>
          <p:spPr>
            <a:xfrm flipV="1">
              <a:off x="6374838" y="1537252"/>
              <a:ext cx="0" cy="2972017"/>
            </a:xfrm>
            <a:prstGeom prst="line">
              <a:avLst/>
            </a:prstGeom>
            <a:ln w="15875">
              <a:solidFill>
                <a:srgbClr val="7030A0"/>
              </a:solidFill>
              <a:prstDash val="dash"/>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D5F6B582-9E31-F7F1-6659-F58E8FE55594}"/>
                </a:ext>
              </a:extLst>
            </p:cNvPr>
            <p:cNvSpPr txBox="1"/>
            <p:nvPr/>
          </p:nvSpPr>
          <p:spPr>
            <a:xfrm>
              <a:off x="6270547" y="4730487"/>
              <a:ext cx="3815537" cy="491225"/>
            </a:xfrm>
            <a:prstGeom prst="rect">
              <a:avLst/>
            </a:prstGeom>
            <a:noFill/>
          </p:spPr>
          <p:txBody>
            <a:bodyPr wrap="square" rtlCol="0">
              <a:spAutoFit/>
            </a:bodyPr>
            <a:lstStyle/>
            <a:p>
              <a:pPr>
                <a:lnSpc>
                  <a:spcPct val="80000"/>
                </a:lnSpc>
              </a:pPr>
              <a:r>
                <a:rPr lang="en-US" sz="1600" dirty="0">
                  <a:solidFill>
                    <a:srgbClr val="7030A0"/>
                  </a:solidFill>
                </a:rPr>
                <a:t>at t</a:t>
              </a:r>
              <a:r>
                <a:rPr lang="en-US" sz="1600" baseline="-25000" dirty="0">
                  <a:solidFill>
                    <a:srgbClr val="7030A0"/>
                  </a:solidFill>
                </a:rPr>
                <a:t>0</a:t>
              </a:r>
              <a:r>
                <a:rPr lang="en-US" sz="1600" dirty="0">
                  <a:solidFill>
                    <a:srgbClr val="7030A0"/>
                  </a:solidFill>
                </a:rPr>
                <a:t>, 6 chunks have arrived, 2 chunks have been played out, so the buffer has 4 chunks </a:t>
              </a:r>
            </a:p>
          </p:txBody>
        </p:sp>
        <p:sp>
          <p:nvSpPr>
            <p:cNvPr id="29" name="TextBox 28">
              <a:extLst>
                <a:ext uri="{FF2B5EF4-FFF2-40B4-BE49-F238E27FC236}">
                  <a16:creationId xmlns:a16="http://schemas.microsoft.com/office/drawing/2014/main" id="{5CE0A307-F172-597D-C9EC-77E8E2F6C736}"/>
                </a:ext>
              </a:extLst>
            </p:cNvPr>
            <p:cNvSpPr txBox="1"/>
            <p:nvPr/>
          </p:nvSpPr>
          <p:spPr>
            <a:xfrm>
              <a:off x="6270547" y="4514770"/>
              <a:ext cx="463551" cy="319446"/>
            </a:xfrm>
            <a:prstGeom prst="rect">
              <a:avLst/>
            </a:prstGeom>
            <a:noFill/>
          </p:spPr>
          <p:txBody>
            <a:bodyPr wrap="square" rtlCol="0">
              <a:spAutoFit/>
            </a:bodyPr>
            <a:lstStyle/>
            <a:p>
              <a:pPr>
                <a:lnSpc>
                  <a:spcPct val="80000"/>
                </a:lnSpc>
              </a:pPr>
              <a:r>
                <a:rPr lang="en-US" dirty="0">
                  <a:solidFill>
                    <a:srgbClr val="7030A0"/>
                  </a:solidFill>
                </a:rPr>
                <a:t>t</a:t>
              </a:r>
              <a:r>
                <a:rPr lang="en-US" baseline="-25000" dirty="0">
                  <a:solidFill>
                    <a:srgbClr val="7030A0"/>
                  </a:solidFill>
                </a:rPr>
                <a:t>0</a:t>
              </a:r>
              <a:r>
                <a:rPr lang="en-US" dirty="0">
                  <a:solidFill>
                    <a:srgbClr val="7030A0"/>
                  </a:solidFill>
                </a:rPr>
                <a:t> </a:t>
              </a:r>
            </a:p>
          </p:txBody>
        </p:sp>
      </p:gr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22" presetClass="entr" presetSubtype="4" fill="hold" nodeType="afterEffect">
                                  <p:stCondLst>
                                    <p:cond delay="1000"/>
                                  </p:stCondLst>
                                  <p:childTnLst>
                                    <p:set>
                                      <p:cBhvr>
                                        <p:cTn id="20" dur="1" fill="hold">
                                          <p:stCondLst>
                                            <p:cond delay="0"/>
                                          </p:stCondLst>
                                        </p:cTn>
                                        <p:tgtEl>
                                          <p:spTgt spid="30"/>
                                        </p:tgtEl>
                                        <p:attrNameLst>
                                          <p:attrName>style.visibility</p:attrName>
                                        </p:attrNameLst>
                                      </p:cBhvr>
                                      <p:to>
                                        <p:strVal val="visible"/>
                                      </p:to>
                                    </p:set>
                                    <p:animEffect transition="in" filter="wipe(down)">
                                      <p:cBhvr>
                                        <p:cTn id="21" dur="5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521">
                                            <p:txEl>
                                              <p:pRg st="0" end="0"/>
                                            </p:txEl>
                                          </p:spTgt>
                                        </p:tgtEl>
                                        <p:attrNameLst>
                                          <p:attrName>style.visibility</p:attrName>
                                        </p:attrNameLst>
                                      </p:cBhvr>
                                      <p:to>
                                        <p:strVal val="visible"/>
                                      </p:to>
                                    </p:set>
                                    <p:animEffect transition="in" filter="dissolve">
                                      <p:cBhvr>
                                        <p:cTn id="26"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rgbClr val="0000A8"/>
              </a:buClr>
            </a:pPr>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99</a:t>
            </a:fld>
            <a:endParaRPr lang="en-US" dirty="0"/>
          </a:p>
        </p:txBody>
      </p:sp>
      <p:grpSp>
        <p:nvGrpSpPr>
          <p:cNvPr id="2" name="Group 1">
            <a:extLst>
              <a:ext uri="{FF2B5EF4-FFF2-40B4-BE49-F238E27FC236}">
                <a16:creationId xmlns:a16="http://schemas.microsoft.com/office/drawing/2014/main" id="{3622308C-3BC1-3863-92F6-379AD8D92098}"/>
              </a:ext>
            </a:extLst>
          </p:cNvPr>
          <p:cNvGrpSpPr/>
          <p:nvPr/>
        </p:nvGrpSpPr>
        <p:grpSpPr>
          <a:xfrm>
            <a:off x="6670622" y="4079749"/>
            <a:ext cx="3129661" cy="2488926"/>
            <a:chOff x="1055076" y="3732975"/>
            <a:chExt cx="3313139" cy="2488926"/>
          </a:xfrm>
        </p:grpSpPr>
        <p:pic>
          <p:nvPicPr>
            <p:cNvPr id="4" name="Picture 3">
              <a:extLst>
                <a:ext uri="{FF2B5EF4-FFF2-40B4-BE49-F238E27FC236}">
                  <a16:creationId xmlns:a16="http://schemas.microsoft.com/office/drawing/2014/main" id="{4DAB91D3-E0A7-77F7-7607-4A2223A1018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BA39848-CE10-187B-B287-42577722F39A}"/>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1540999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100</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101</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04333" y="333288"/>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sz="half" idx="1"/>
          </p:nvPr>
        </p:nvSpPr>
        <p:spPr>
          <a:xfrm>
            <a:off x="714803" y="1318820"/>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5530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102</a:t>
            </a:fld>
            <a:endParaRPr lang="en-US" dirty="0"/>
          </a:p>
        </p:txBody>
      </p:sp>
    </p:spTree>
    <p:extLst>
      <p:ext uri="{BB962C8B-B14F-4D97-AF65-F5344CB8AC3E}">
        <p14:creationId xmlns:p14="http://schemas.microsoft.com/office/powerpoint/2010/main" val="498042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dissolv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dissolv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animEffect transition="in" filter="dissolve">
                                      <p:cBhvr>
                                        <p:cTn id="27" dur="500"/>
                                        <p:tgtEl>
                                          <p:spTgt spid="6">
                                            <p:txEl>
                                              <p:pRg st="1" end="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2" end="2"/>
                                            </p:txEl>
                                          </p:spTgt>
                                        </p:tgtEl>
                                        <p:attrNameLst>
                                          <p:attrName>style.visibility</p:attrName>
                                        </p:attrNameLst>
                                      </p:cBhvr>
                                      <p:to>
                                        <p:strVal val="visible"/>
                                      </p:to>
                                    </p:set>
                                    <p:animEffect transition="in" filter="dissolve">
                                      <p:cBhvr>
                                        <p:cTn id="3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103</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89754" cy="4267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(serverName,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 serverAddress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clientSocket.recvfrom(2048)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print(modifiedMessage.decode())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UDPClient</a:t>
            </a: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3344907" y="2997131"/>
            <a:ext cx="2943680" cy="307777"/>
            <a:chOff x="1211823" y="2904386"/>
            <a:chExt cx="2271818" cy="307392"/>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1211823" y="2904386"/>
              <a:ext cx="2271818"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2137532" y="4571815"/>
            <a:ext cx="4091095" cy="440025"/>
            <a:chOff x="-493741" y="4530536"/>
            <a:chExt cx="4090757" cy="440321"/>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493741" y="4662874"/>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data (bytes) from socket</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34716B03-306D-C35F-E056-9A7C759C2994}"/>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UDPServer</a:t>
            </a: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28601" cy="3453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clientAddress = serverSocket.recvfrom(2048)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modifiedMessage = message.decode().upper()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serverSocket.sendto(modifiedMessage.encode(),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clientAddress)</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3A565F1-FD73-BCAD-130F-72DB894CAF62}"/>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sz="half" idx="1"/>
          </p:nvPr>
        </p:nvSpPr>
        <p:spPr>
          <a:xfrm>
            <a:off x="661829" y="1455785"/>
            <a:ext cx="5074444" cy="5090539"/>
          </a:xfrm>
        </p:spPr>
        <p:txBody>
          <a:bodyPr>
            <a:normAutofit lnSpcReduction="10000"/>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426964"/>
            <a:ext cx="579470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 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 and IP address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602113"/>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106</a:t>
            </a:fld>
            <a:endParaRPr lang="en-US" dirty="0"/>
          </a:p>
        </p:txBody>
      </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TCP</a:t>
            </a:r>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hostid)</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36587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38496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214512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417712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1775" y="4272373"/>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47227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3702562" y="4620035"/>
            <a:ext cx="5457825" cy="1954213"/>
            <a:chOff x="832" y="2713"/>
            <a:chExt cx="3438" cy="1231"/>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107</a:t>
            </a:fld>
            <a:endParaRPr lang="en-US" dirty="0"/>
          </a:p>
        </p:txBody>
      </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2021516"/>
            <a:ext cx="5878982" cy="365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clientSocket.connect((serverName,serverPort))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clientSocket.send(sentence.encode())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 = clientSocket.recv(1024)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modifiedSentence.decode())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TCPClient</a:t>
            </a: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31661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9939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970933" y="4616284"/>
            <a:ext cx="4182811" cy="338554"/>
            <a:chOff x="-1495096" y="3006031"/>
            <a:chExt cx="4184250" cy="337708"/>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108</a:t>
            </a:fld>
            <a:endParaRPr lang="en-US" dirty="0"/>
          </a:p>
        </p:txBody>
      </p:sp>
      <p:sp>
        <p:nvSpPr>
          <p:cNvPr id="2" name="TextBox 1">
            <a:extLst>
              <a:ext uri="{FF2B5EF4-FFF2-40B4-BE49-F238E27FC236}">
                <a16:creationId xmlns:a16="http://schemas.microsoft.com/office/drawing/2014/main" id="{4C9B8A40-56D4-9DD2-AF0E-9F099B943017}"/>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922450"/>
            <a:ext cx="6269665" cy="440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capitalizedSentence = sentence.upper()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connectionSocket.send(capitalizedSentence.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a:t>
            </a: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5567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30630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8241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41409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7714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9025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109</a:t>
            </a:fld>
            <a:endParaRPr lang="en-US" dirty="0"/>
          </a:p>
        </p:txBody>
      </p:sp>
      <p:sp>
        <p:nvSpPr>
          <p:cNvPr id="2" name="TextBox 1">
            <a:extLst>
              <a:ext uri="{FF2B5EF4-FFF2-40B4-BE49-F238E27FC236}">
                <a16:creationId xmlns:a16="http://schemas.microsoft.com/office/drawing/2014/main" id="{08F920B5-7A1E-85CA-515F-41A5A4755525}"/>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110</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659878" y="1562903"/>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838200" y="2241127"/>
            <a:ext cx="851740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600"/>
              </a:spcBef>
              <a:spcAft>
                <a:spcPts val="0"/>
              </a:spcAft>
              <a:buClr>
                <a:srgbClr val="3333CC"/>
              </a:buClr>
              <a:buSzTx/>
              <a:buFontTx/>
              <a:buNone/>
              <a:tabLst/>
              <a:defRPr/>
            </a:pPr>
            <a:r>
              <a:rPr lang="en-US" altLang="en-US" sz="3200" dirty="0">
                <a:solidFill>
                  <a:srgbClr val="CC0000"/>
                </a:solidFill>
                <a:latin typeface="+mn-lt"/>
              </a:rPr>
              <a:t>Important</a:t>
            </a:r>
            <a:r>
              <a:rPr kumimoji="0" lang="en-US" altLang="en-US" sz="3200" b="0" i="0" u="none" strike="noStrike" kern="1200" cap="none" spc="0" normalizeH="0" baseline="0" noProof="0" dirty="0">
                <a:ln>
                  <a:noFill/>
                </a:ln>
                <a:solidFill>
                  <a:srgbClr val="CC0000"/>
                </a:solidFill>
                <a:effectLst/>
                <a:uLnTx/>
                <a:uFillTx/>
                <a:latin typeface="+mn-lt"/>
              </a:rPr>
              <a:t> themes:</a:t>
            </a:r>
            <a:r>
              <a:rPr kumimoji="0" lang="en-US" altLang="en-US" sz="3200" b="0" i="0" u="none" strike="noStrike" kern="1200" cap="none" spc="0" normalizeH="0" baseline="0" noProof="0" dirty="0">
                <a:ln>
                  <a:noFill/>
                </a:ln>
                <a:solidFill>
                  <a:srgbClr val="FF3300"/>
                </a:solidFill>
                <a:effectLst/>
                <a:uLnTx/>
                <a:uFillTx/>
                <a:latin typeface="+mn-lt"/>
              </a:rPr>
              <a:t> </a:t>
            </a:r>
          </a:p>
          <a:p>
            <a:pPr marL="349250" indent="-219075">
              <a:spcBef>
                <a:spcPts val="600"/>
              </a:spcBef>
              <a:buClr>
                <a:srgbClr val="000099"/>
              </a:buClr>
              <a:buSzPct val="100000"/>
              <a:buFont typeface="Wingdings" pitchFamily="2" charset="2"/>
              <a:buChar char="§"/>
              <a:defRPr/>
            </a:pPr>
            <a:r>
              <a:rPr lang="en-US" altLang="en-US" sz="2800" dirty="0">
                <a:latin typeface="+mn-lt"/>
              </a:rPr>
              <a:t>typical client/server request/reply message exchange</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centralized vs. decentralized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stateless vs. stateful</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scalability</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reliable vs. unreliable message transfer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mn-lt"/>
              </a:rPr>
              <a:t>“complexity at network edge”</a:t>
            </a:r>
            <a:endParaRPr kumimoji="0" lang="en-US" altLang="en-US" sz="2800" b="0" i="0" u="none" strike="noStrike" kern="1200" cap="none" spc="0" normalizeH="0" baseline="0" noProof="0" dirty="0">
              <a:ln>
                <a:noFill/>
              </a:ln>
              <a:solidFill>
                <a:srgbClr val="000000"/>
              </a:solidFill>
              <a:effectLst/>
              <a:uLnTx/>
              <a:uFillTx/>
              <a:latin typeface="+mn-lt"/>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111</a:t>
            </a:fld>
            <a:endParaRPr lang="en-US" dirty="0"/>
          </a:p>
        </p:txBody>
      </p:sp>
      <p:grpSp>
        <p:nvGrpSpPr>
          <p:cNvPr id="2" name="Group 1">
            <a:extLst>
              <a:ext uri="{FF2B5EF4-FFF2-40B4-BE49-F238E27FC236}">
                <a16:creationId xmlns:a16="http://schemas.microsoft.com/office/drawing/2014/main" id="{4DEDB909-5F48-BBBB-5780-16D1071A5F5C}"/>
              </a:ext>
            </a:extLst>
          </p:cNvPr>
          <p:cNvGrpSpPr/>
          <p:nvPr/>
        </p:nvGrpSpPr>
        <p:grpSpPr>
          <a:xfrm>
            <a:off x="8127081" y="3821979"/>
            <a:ext cx="3370375" cy="2095798"/>
            <a:chOff x="1055076" y="3732975"/>
            <a:chExt cx="3313139" cy="2488926"/>
          </a:xfrm>
        </p:grpSpPr>
        <p:pic>
          <p:nvPicPr>
            <p:cNvPr id="3" name="Picture 2">
              <a:extLst>
                <a:ext uri="{FF2B5EF4-FFF2-40B4-BE49-F238E27FC236}">
                  <a16:creationId xmlns:a16="http://schemas.microsoft.com/office/drawing/2014/main" id="{33E34486-AF79-6929-E9CE-AA28666F1E88}"/>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4" name="Rectangle 3">
              <a:extLst>
                <a:ext uri="{FF2B5EF4-FFF2-40B4-BE49-F238E27FC236}">
                  <a16:creationId xmlns:a16="http://schemas.microsoft.com/office/drawing/2014/main" id="{1EDE1F57-8CC3-0315-A6CF-AD1627F3BC4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112</a:t>
            </a:fld>
            <a:endParaRPr lang="en-US" dirty="0"/>
          </a:p>
        </p:txBody>
      </p:sp>
      <p:sp>
        <p:nvSpPr>
          <p:cNvPr id="13" name="Title 1">
            <a:extLst>
              <a:ext uri="{FF2B5EF4-FFF2-40B4-BE49-F238E27FC236}">
                <a16:creationId xmlns:a16="http://schemas.microsoft.com/office/drawing/2014/main" id="{136324E8-804D-814E-80CA-306D385C9365}"/>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2 slides</a:t>
            </a:r>
            <a:endParaRPr lang="en-US" sz="4400" dirty="0"/>
          </a:p>
        </p:txBody>
      </p:sp>
      <p:sp>
        <p:nvSpPr>
          <p:cNvPr id="2" name="TextBox 1">
            <a:extLst>
              <a:ext uri="{FF2B5EF4-FFF2-40B4-BE49-F238E27FC236}">
                <a16:creationId xmlns:a16="http://schemas.microsoft.com/office/drawing/2014/main" id="{3B470194-81F7-ADFC-7634-E7B1FE3A2C17}"/>
              </a:ext>
            </a:extLst>
          </p:cNvPr>
          <p:cNvSpPr txBox="1"/>
          <p:nvPr/>
        </p:nvSpPr>
        <p:spPr>
          <a:xfrm>
            <a:off x="1858782" y="4421036"/>
            <a:ext cx="9773586" cy="1477328"/>
          </a:xfrm>
          <a:prstGeom prst="rect">
            <a:avLst/>
          </a:prstGeom>
          <a:noFill/>
        </p:spPr>
        <p:txBody>
          <a:bodyPr wrap="square" rtlCol="0">
            <a:spAutoFit/>
          </a:bodyPr>
          <a:lstStyle/>
          <a:p>
            <a:r>
              <a:rPr lang="en-US" b="1" dirty="0"/>
              <a:t>JFK note: </a:t>
            </a:r>
            <a:r>
              <a:rPr lang="en-US" dirty="0"/>
              <a:t>the timeout slides are important IMHO if one is doing a programming assignment (especially an RDT programming assignment in Chapter 3), since students will need to use timers in their code, and the TRY/EXCEPT is really the easiest way to do this.  I introduce this here in Chapter 2 with the socket programming assignment since it teaches something (how to handle exceptions/timeouts), and lets students learn/practice that before doing the RDT programming assignment, which is harder</a:t>
            </a:r>
          </a:p>
        </p:txBody>
      </p:sp>
    </p:spTree>
    <p:extLst>
      <p:ext uri="{BB962C8B-B14F-4D97-AF65-F5344CB8AC3E}">
        <p14:creationId xmlns:p14="http://schemas.microsoft.com/office/powerpoint/2010/main" val="395037012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8FC9A2C5-401D-BA8A-47E5-8FE088C3DD1B}"/>
              </a:ext>
            </a:extLst>
          </p:cNvPr>
          <p:cNvGrpSpPr/>
          <p:nvPr/>
        </p:nvGrpSpPr>
        <p:grpSpPr>
          <a:xfrm>
            <a:off x="9321127" y="4329416"/>
            <a:ext cx="2119679" cy="2033431"/>
            <a:chOff x="9321127" y="4683372"/>
            <a:chExt cx="2119679" cy="2033431"/>
          </a:xfrm>
        </p:grpSpPr>
        <p:grpSp>
          <p:nvGrpSpPr>
            <p:cNvPr id="47" name="Group 92">
              <a:extLst>
                <a:ext uri="{FF2B5EF4-FFF2-40B4-BE49-F238E27FC236}">
                  <a16:creationId xmlns:a16="http://schemas.microsoft.com/office/drawing/2014/main" id="{93F53F69-A099-28FB-E470-09E5A543E717}"/>
                </a:ext>
              </a:extLst>
            </p:cNvPr>
            <p:cNvGrpSpPr>
              <a:grpSpLocks/>
            </p:cNvGrpSpPr>
            <p:nvPr/>
          </p:nvGrpSpPr>
          <p:grpSpPr bwMode="auto">
            <a:xfrm>
              <a:off x="10132704" y="4817788"/>
              <a:ext cx="1308102" cy="527050"/>
              <a:chOff x="2846" y="2348"/>
              <a:chExt cx="824" cy="332"/>
            </a:xfrm>
          </p:grpSpPr>
          <p:pic>
            <p:nvPicPr>
              <p:cNvPr id="48" name="Picture 87" descr="alarm_clock_ringing">
                <a:extLst>
                  <a:ext uri="{FF2B5EF4-FFF2-40B4-BE49-F238E27FC236}">
                    <a16:creationId xmlns:a16="http://schemas.microsoft.com/office/drawing/2014/main" id="{D58739BD-BB5C-E965-261F-F5A4F9CBE6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91">
                <a:extLst>
                  <a:ext uri="{FF2B5EF4-FFF2-40B4-BE49-F238E27FC236}">
                    <a16:creationId xmlns:a16="http://schemas.microsoft.com/office/drawing/2014/main" id="{F0D582BA-68E2-7AC8-6811-9FF8EB858739}"/>
                  </a:ext>
                </a:extLst>
              </p:cNvPr>
              <p:cNvSpPr txBox="1">
                <a:spLocks noChangeArrowheads="1"/>
              </p:cNvSpPr>
              <p:nvPr/>
            </p:nvSpPr>
            <p:spPr bwMode="auto">
              <a:xfrm>
                <a:off x="3065" y="2491"/>
                <a:ext cx="605" cy="1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sp>
          <p:nvSpPr>
            <p:cNvPr id="20" name="Rounded Rectangle 19">
              <a:extLst>
                <a:ext uri="{FF2B5EF4-FFF2-40B4-BE49-F238E27FC236}">
                  <a16:creationId xmlns:a16="http://schemas.microsoft.com/office/drawing/2014/main" id="{1637B945-AF7D-9567-2430-7021FFA80FE1}"/>
                </a:ext>
              </a:extLst>
            </p:cNvPr>
            <p:cNvSpPr/>
            <p:nvPr/>
          </p:nvSpPr>
          <p:spPr>
            <a:xfrm>
              <a:off x="9321127" y="5434414"/>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timeout</a:t>
              </a:r>
            </a:p>
          </p:txBody>
        </p:sp>
        <p:cxnSp>
          <p:nvCxnSpPr>
            <p:cNvPr id="36" name="Elbow Connector 35">
              <a:extLst>
                <a:ext uri="{FF2B5EF4-FFF2-40B4-BE49-F238E27FC236}">
                  <a16:creationId xmlns:a16="http://schemas.microsoft.com/office/drawing/2014/main" id="{43CE0F49-9C3D-C195-0081-6A2420BA169A}"/>
                </a:ext>
              </a:extLst>
            </p:cNvPr>
            <p:cNvCxnSpPr>
              <a:cxnSpLocks/>
              <a:endCxn id="20" idx="0"/>
            </p:cNvCxnSpPr>
            <p:nvPr/>
          </p:nvCxnSpPr>
          <p:spPr>
            <a:xfrm rot="16200000" flipH="1">
              <a:off x="9312329" y="4721528"/>
              <a:ext cx="751042" cy="674730"/>
            </a:xfrm>
            <a:prstGeom prst="bentConnector3">
              <a:avLst>
                <a:gd name="adj1" fmla="val 2224"/>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BB34C9E-28F0-1925-F0ED-A4DD6415C1D7}"/>
                </a:ext>
              </a:extLst>
            </p:cNvPr>
            <p:cNvSpPr txBox="1"/>
            <p:nvPr/>
          </p:nvSpPr>
          <p:spPr>
            <a:xfrm>
              <a:off x="9791016" y="61320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42" name="Straight Arrow Connector 41">
              <a:extLst>
                <a:ext uri="{FF2B5EF4-FFF2-40B4-BE49-F238E27FC236}">
                  <a16:creationId xmlns:a16="http://schemas.microsoft.com/office/drawing/2014/main" id="{28413ABF-1372-8936-16CA-665F40157A3B}"/>
                </a:ext>
              </a:extLst>
            </p:cNvPr>
            <p:cNvCxnSpPr>
              <a:cxnSpLocks/>
              <a:stCxn id="20" idx="2"/>
            </p:cNvCxnSpPr>
            <p:nvPr/>
          </p:nvCxnSpPr>
          <p:spPr>
            <a:xfrm>
              <a:off x="10025215" y="6019630"/>
              <a:ext cx="0" cy="3117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701492E-B23C-5E3F-4947-245FFDDCF531}"/>
              </a:ext>
            </a:extLst>
          </p:cNvPr>
          <p:cNvGrpSpPr/>
          <p:nvPr/>
        </p:nvGrpSpPr>
        <p:grpSpPr>
          <a:xfrm>
            <a:off x="9326880" y="3740748"/>
            <a:ext cx="2113926" cy="654568"/>
            <a:chOff x="9326880" y="4094704"/>
            <a:chExt cx="2113926" cy="654568"/>
          </a:xfrm>
        </p:grpSpPr>
        <p:grpSp>
          <p:nvGrpSpPr>
            <p:cNvPr id="663" name="Group 662">
              <a:extLst>
                <a:ext uri="{FF2B5EF4-FFF2-40B4-BE49-F238E27FC236}">
                  <a16:creationId xmlns:a16="http://schemas.microsoft.com/office/drawing/2014/main" id="{2A07C271-2D61-7479-7CAB-E4E7B48E93CE}"/>
                </a:ext>
              </a:extLst>
            </p:cNvPr>
            <p:cNvGrpSpPr/>
            <p:nvPr/>
          </p:nvGrpSpPr>
          <p:grpSpPr>
            <a:xfrm>
              <a:off x="9326880" y="4164497"/>
              <a:ext cx="1858277" cy="584775"/>
              <a:chOff x="8308864" y="5012428"/>
              <a:chExt cx="1858277" cy="584775"/>
            </a:xfrm>
          </p:grpSpPr>
          <p:cxnSp>
            <p:nvCxnSpPr>
              <p:cNvPr id="18" name="Straight Arrow Connector 17">
                <a:extLst>
                  <a:ext uri="{FF2B5EF4-FFF2-40B4-BE49-F238E27FC236}">
                    <a16:creationId xmlns:a16="http://schemas.microsoft.com/office/drawing/2014/main" id="{3BA449D7-FFF2-4A72-3CC5-05D3EF1CC894}"/>
                  </a:ext>
                </a:extLst>
              </p:cNvPr>
              <p:cNvCxnSpPr>
                <a:cxnSpLocks/>
              </p:cNvCxnSpPr>
              <p:nvPr/>
            </p:nvCxnSpPr>
            <p:spPr>
              <a:xfrm>
                <a:off x="8308864" y="5387340"/>
                <a:ext cx="1371600"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B42F45FB-AC8F-648D-B0CD-C5645AE4021B}"/>
                  </a:ext>
                </a:extLst>
              </p:cNvPr>
              <p:cNvSpPr txBox="1"/>
              <p:nvPr/>
            </p:nvSpPr>
            <p:spPr>
              <a:xfrm>
                <a:off x="9698743" y="50124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9" name="TextBox 18">
              <a:extLst>
                <a:ext uri="{FF2B5EF4-FFF2-40B4-BE49-F238E27FC236}">
                  <a16:creationId xmlns:a16="http://schemas.microsoft.com/office/drawing/2014/main" id="{6F1F199D-864F-D20C-99FE-F8BE55D4B2E4}"/>
                </a:ext>
              </a:extLst>
            </p:cNvPr>
            <p:cNvSpPr txBox="1"/>
            <p:nvPr/>
          </p:nvSpPr>
          <p:spPr>
            <a:xfrm>
              <a:off x="9551314" y="4094704"/>
              <a:ext cx="188949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waiting for multiple events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Rectangle 3">
            <a:extLst>
              <a:ext uri="{FF2B5EF4-FFF2-40B4-BE49-F238E27FC236}">
                <a16:creationId xmlns:a16="http://schemas.microsoft.com/office/drawing/2014/main" id="{F5F9ED71-6561-B59D-1ED6-74880EE90FB6}"/>
              </a:ext>
            </a:extLst>
          </p:cNvPr>
          <p:cNvSpPr>
            <a:spLocks noGrp="1" noChangeArrowheads="1"/>
          </p:cNvSpPr>
          <p:nvPr>
            <p:ph sz="half" idx="1"/>
          </p:nvPr>
        </p:nvSpPr>
        <p:spPr>
          <a:xfrm>
            <a:off x="943130" y="1644456"/>
            <a:ext cx="10639863" cy="2028134"/>
          </a:xfrm>
        </p:spPr>
        <p:txBody>
          <a:bodyPr>
            <a:normAutofit fontScale="92500" lnSpcReduction="10000"/>
          </a:bodyPr>
          <a:lstStyle/>
          <a:p>
            <a:pPr marL="287338" indent="-287338">
              <a:buFont typeface="Wingdings" charset="2"/>
              <a:buChar char="§"/>
              <a:defRPr/>
            </a:pPr>
            <a:r>
              <a:rPr lang="en-US" dirty="0"/>
              <a:t>sometimes a program must </a:t>
            </a:r>
            <a:r>
              <a:rPr lang="en-US" dirty="0">
                <a:solidFill>
                  <a:srgbClr val="CC0000"/>
                </a:solidFill>
              </a:rPr>
              <a:t>wait for one of several events</a:t>
            </a:r>
            <a:r>
              <a:rPr lang="en-US" dirty="0"/>
              <a:t> to happen, e.g.,:</a:t>
            </a:r>
            <a:endParaRPr lang="en-US" sz="2000" dirty="0"/>
          </a:p>
          <a:p>
            <a:pPr marL="630238" lvl="1" indent="-287338">
              <a:buFont typeface="Wingdings" charset="2"/>
              <a:buChar char="§"/>
              <a:defRPr/>
            </a:pPr>
            <a:r>
              <a:rPr lang="en-US" dirty="0"/>
              <a:t>wait for either (i) a reply from another end of the socket, or (ii) timeout: </a:t>
            </a:r>
            <a:r>
              <a:rPr lang="en-US" dirty="0">
                <a:solidFill>
                  <a:srgbClr val="0000A3"/>
                </a:solidFill>
              </a:rPr>
              <a:t>timer</a:t>
            </a:r>
          </a:p>
          <a:p>
            <a:pPr marL="630238" lvl="1" indent="-287338">
              <a:buFont typeface="Wingdings" charset="2"/>
              <a:buChar char="§"/>
              <a:defRPr/>
            </a:pPr>
            <a:r>
              <a:rPr lang="en-US" dirty="0"/>
              <a:t>wait for replies from several different open sockets: </a:t>
            </a:r>
            <a:r>
              <a:rPr lang="en-US" dirty="0">
                <a:solidFill>
                  <a:srgbClr val="0000A3"/>
                </a:solidFill>
              </a:rPr>
              <a:t>select(), multithreading</a:t>
            </a:r>
          </a:p>
          <a:p>
            <a:pPr marL="287338" indent="-287338">
              <a:buFont typeface="Wingdings" charset="2"/>
              <a:buChar char="§"/>
              <a:defRPr/>
            </a:pPr>
            <a:r>
              <a:rPr lang="en-US" sz="2400" dirty="0"/>
              <a:t>timeouts are used extensively in networking </a:t>
            </a:r>
          </a:p>
          <a:p>
            <a:pPr marL="287338" indent="-287338">
              <a:buFont typeface="Wingdings" charset="2"/>
              <a:buChar char="§"/>
              <a:defRPr/>
            </a:pPr>
            <a:r>
              <a:rPr lang="en-US" sz="2400" dirty="0"/>
              <a:t>using timeouts with Python socket:</a:t>
            </a:r>
          </a:p>
          <a:p>
            <a:pPr marL="287338" indent="-287338">
              <a:buFont typeface="Wingdings" charset="2"/>
              <a:buChar char="§"/>
              <a:defRPr/>
            </a:pPr>
            <a:endParaRPr lang="en-US" dirty="0"/>
          </a:p>
        </p:txBody>
      </p:sp>
      <p:sp>
        <p:nvSpPr>
          <p:cNvPr id="9" name="Rounded Rectangle 8">
            <a:extLst>
              <a:ext uri="{FF2B5EF4-FFF2-40B4-BE49-F238E27FC236}">
                <a16:creationId xmlns:a16="http://schemas.microsoft.com/office/drawing/2014/main" id="{CA457FA4-BAAE-1956-DB07-A2A2D20BE947}"/>
              </a:ext>
            </a:extLst>
          </p:cNvPr>
          <p:cNvSpPr/>
          <p:nvPr/>
        </p:nvSpPr>
        <p:spPr>
          <a:xfrm>
            <a:off x="1093634" y="391319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socket()</a:t>
            </a:r>
          </a:p>
        </p:txBody>
      </p:sp>
      <p:grpSp>
        <p:nvGrpSpPr>
          <p:cNvPr id="657" name="Group 656">
            <a:extLst>
              <a:ext uri="{FF2B5EF4-FFF2-40B4-BE49-F238E27FC236}">
                <a16:creationId xmlns:a16="http://schemas.microsoft.com/office/drawing/2014/main" id="{D53ED452-1D91-8365-86E3-FBDC1725E44C}"/>
              </a:ext>
            </a:extLst>
          </p:cNvPr>
          <p:cNvGrpSpPr/>
          <p:nvPr/>
        </p:nvGrpSpPr>
        <p:grpSpPr>
          <a:xfrm>
            <a:off x="2501810" y="3913192"/>
            <a:ext cx="1689194" cy="585216"/>
            <a:chOff x="3195550" y="5094766"/>
            <a:chExt cx="1689194" cy="585216"/>
          </a:xfrm>
        </p:grpSpPr>
        <p:sp>
          <p:nvSpPr>
            <p:cNvPr id="10" name="Rounded Rectangle 9">
              <a:extLst>
                <a:ext uri="{FF2B5EF4-FFF2-40B4-BE49-F238E27FC236}">
                  <a16:creationId xmlns:a16="http://schemas.microsoft.com/office/drawing/2014/main" id="{EF6511DB-ABA1-B8B3-2B31-6DE71D286EB8}"/>
                </a:ext>
              </a:extLst>
            </p:cNvPr>
            <p:cNvSpPr/>
            <p:nvPr/>
          </p:nvSpPr>
          <p:spPr>
            <a:xfrm>
              <a:off x="3476568" y="5094766"/>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connect()</a:t>
              </a:r>
            </a:p>
          </p:txBody>
        </p:sp>
        <p:cxnSp>
          <p:nvCxnSpPr>
            <p:cNvPr id="15" name="Straight Arrow Connector 14">
              <a:extLst>
                <a:ext uri="{FF2B5EF4-FFF2-40B4-BE49-F238E27FC236}">
                  <a16:creationId xmlns:a16="http://schemas.microsoft.com/office/drawing/2014/main" id="{141A29C7-C8B1-4553-0885-5F957F8BE47E}"/>
                </a:ext>
              </a:extLst>
            </p:cNvPr>
            <p:cNvCxnSpPr>
              <a:cxnSpLocks/>
              <a:stCxn id="9" idx="3"/>
              <a:endCxn id="10" idx="1"/>
            </p:cNvCxnSpPr>
            <p:nvPr/>
          </p:nvCxnSpPr>
          <p:spPr>
            <a:xfrm>
              <a:off x="3195550" y="5387374"/>
              <a:ext cx="28101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E4677394-E79E-6D5D-4983-F90183AAABA6}"/>
              </a:ext>
            </a:extLst>
          </p:cNvPr>
          <p:cNvGrpSpPr/>
          <p:nvPr/>
        </p:nvGrpSpPr>
        <p:grpSpPr>
          <a:xfrm>
            <a:off x="4191004" y="3916382"/>
            <a:ext cx="1714735" cy="585216"/>
            <a:chOff x="4970761" y="5092335"/>
            <a:chExt cx="1714735" cy="585216"/>
          </a:xfrm>
        </p:grpSpPr>
        <p:sp>
          <p:nvSpPr>
            <p:cNvPr id="11" name="Rounded Rectangle 10">
              <a:extLst>
                <a:ext uri="{FF2B5EF4-FFF2-40B4-BE49-F238E27FC236}">
                  <a16:creationId xmlns:a16="http://schemas.microsoft.com/office/drawing/2014/main" id="{5EBE706C-55C0-8AE4-2C7A-F91D92BE6209}"/>
                </a:ext>
              </a:extLst>
            </p:cNvPr>
            <p:cNvSpPr/>
            <p:nvPr/>
          </p:nvSpPr>
          <p:spPr>
            <a:xfrm>
              <a:off x="5277320" y="5092335"/>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a:t>
              </a:r>
            </a:p>
          </p:txBody>
        </p:sp>
        <p:cxnSp>
          <p:nvCxnSpPr>
            <p:cNvPr id="16" name="Straight Arrow Connector 15">
              <a:extLst>
                <a:ext uri="{FF2B5EF4-FFF2-40B4-BE49-F238E27FC236}">
                  <a16:creationId xmlns:a16="http://schemas.microsoft.com/office/drawing/2014/main" id="{A8729C34-56E6-8CEE-6EBF-D5611F7ACEBC}"/>
                </a:ext>
              </a:extLst>
            </p:cNvPr>
            <p:cNvCxnSpPr>
              <a:cxnSpLocks/>
              <a:stCxn id="10" idx="3"/>
              <a:endCxn id="11" idx="1"/>
            </p:cNvCxnSpPr>
            <p:nvPr/>
          </p:nvCxnSpPr>
          <p:spPr>
            <a:xfrm>
              <a:off x="4970761" y="5381753"/>
              <a:ext cx="306559" cy="319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31D27139-7014-294D-44F1-39A7A64CDC79}"/>
              </a:ext>
            </a:extLst>
          </p:cNvPr>
          <p:cNvGrpSpPr/>
          <p:nvPr/>
        </p:nvGrpSpPr>
        <p:grpSpPr>
          <a:xfrm>
            <a:off x="7627941" y="3916362"/>
            <a:ext cx="1749846" cy="585216"/>
            <a:chOff x="6736402" y="5085622"/>
            <a:chExt cx="1749846" cy="585216"/>
          </a:xfrm>
        </p:grpSpPr>
        <p:sp>
          <p:nvSpPr>
            <p:cNvPr id="12" name="Rounded Rectangle 11">
              <a:extLst>
                <a:ext uri="{FF2B5EF4-FFF2-40B4-BE49-F238E27FC236}">
                  <a16:creationId xmlns:a16="http://schemas.microsoft.com/office/drawing/2014/main" id="{B3FC058A-5DF2-4F66-2C77-AF57E98AA0F0}"/>
                </a:ext>
              </a:extLst>
            </p:cNvPr>
            <p:cNvSpPr/>
            <p:nvPr/>
          </p:nvSpPr>
          <p:spPr>
            <a:xfrm>
              <a:off x="7078072" y="508562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recv()</a:t>
              </a:r>
            </a:p>
          </p:txBody>
        </p:sp>
        <p:cxnSp>
          <p:nvCxnSpPr>
            <p:cNvPr id="17" name="Straight Arrow Connector 16">
              <a:extLst>
                <a:ext uri="{FF2B5EF4-FFF2-40B4-BE49-F238E27FC236}">
                  <a16:creationId xmlns:a16="http://schemas.microsoft.com/office/drawing/2014/main" id="{BCB8331D-9779-EEFB-937A-105F8F747417}"/>
                </a:ext>
              </a:extLst>
            </p:cNvPr>
            <p:cNvCxnSpPr>
              <a:cxnSpLocks/>
              <a:stCxn id="7" idx="3"/>
              <a:endCxn id="12" idx="1"/>
            </p:cNvCxnSpPr>
            <p:nvPr/>
          </p:nvCxnSpPr>
          <p:spPr>
            <a:xfrm flipV="1">
              <a:off x="6736402" y="5378230"/>
              <a:ext cx="341670" cy="392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87E6C144-052E-2FCA-A1EF-9CF18163E4D9}"/>
              </a:ext>
            </a:extLst>
          </p:cNvPr>
          <p:cNvSpPr txBox="1"/>
          <p:nvPr/>
        </p:nvSpPr>
        <p:spPr>
          <a:xfrm>
            <a:off x="13219033" y="4894239"/>
            <a:ext cx="171245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throw exception</a:t>
            </a:r>
          </a:p>
        </p:txBody>
      </p:sp>
      <p:sp>
        <p:nvSpPr>
          <p:cNvPr id="3" name="TextBox 2">
            <a:extLst>
              <a:ext uri="{FF2B5EF4-FFF2-40B4-BE49-F238E27FC236}">
                <a16:creationId xmlns:a16="http://schemas.microsoft.com/office/drawing/2014/main" id="{7276AEAF-D1E8-C2A2-EB78-79246E17C02C}"/>
              </a:ext>
            </a:extLst>
          </p:cNvPr>
          <p:cNvSpPr txBox="1"/>
          <p:nvPr/>
        </p:nvSpPr>
        <p:spPr>
          <a:xfrm>
            <a:off x="321864" y="7020373"/>
            <a:ext cx="64764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Show example: connect wordle client to random port, it will freeze. </a:t>
            </a:r>
          </a:p>
        </p:txBody>
      </p:sp>
      <p:grpSp>
        <p:nvGrpSpPr>
          <p:cNvPr id="6" name="Group 5">
            <a:extLst>
              <a:ext uri="{FF2B5EF4-FFF2-40B4-BE49-F238E27FC236}">
                <a16:creationId xmlns:a16="http://schemas.microsoft.com/office/drawing/2014/main" id="{AFA4CAB5-225D-5F0E-FEE5-5F401E0466D7}"/>
              </a:ext>
            </a:extLst>
          </p:cNvPr>
          <p:cNvGrpSpPr/>
          <p:nvPr/>
        </p:nvGrpSpPr>
        <p:grpSpPr>
          <a:xfrm>
            <a:off x="5905739" y="3920286"/>
            <a:ext cx="1722202" cy="585216"/>
            <a:chOff x="6764046" y="5092187"/>
            <a:chExt cx="1722202" cy="585216"/>
          </a:xfrm>
        </p:grpSpPr>
        <p:sp>
          <p:nvSpPr>
            <p:cNvPr id="7" name="Rounded Rectangle 6">
              <a:extLst>
                <a:ext uri="{FF2B5EF4-FFF2-40B4-BE49-F238E27FC236}">
                  <a16:creationId xmlns:a16="http://schemas.microsoft.com/office/drawing/2014/main" id="{D0CF3567-27A4-6AEC-1161-6C985E83D607}"/>
                </a:ext>
              </a:extLst>
            </p:cNvPr>
            <p:cNvSpPr/>
            <p:nvPr/>
          </p:nvSpPr>
          <p:spPr>
            <a:xfrm>
              <a:off x="7078072" y="5092187"/>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settimeout()</a:t>
              </a:r>
            </a:p>
          </p:txBody>
        </p:sp>
        <p:cxnSp>
          <p:nvCxnSpPr>
            <p:cNvPr id="8" name="Straight Arrow Connector 7">
              <a:extLst>
                <a:ext uri="{FF2B5EF4-FFF2-40B4-BE49-F238E27FC236}">
                  <a16:creationId xmlns:a16="http://schemas.microsoft.com/office/drawing/2014/main" id="{FBA4D986-87B1-4E8E-1E63-9093AB40C171}"/>
                </a:ext>
              </a:extLst>
            </p:cNvPr>
            <p:cNvCxnSpPr>
              <a:cxnSpLocks/>
              <a:stCxn id="11" idx="3"/>
              <a:endCxn id="7" idx="1"/>
            </p:cNvCxnSpPr>
            <p:nvPr/>
          </p:nvCxnSpPr>
          <p:spPr>
            <a:xfrm>
              <a:off x="6764046" y="5380891"/>
              <a:ext cx="314026" cy="390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D5DE7281-2F14-0F5A-6DFA-4C657BFEF5CF}"/>
              </a:ext>
            </a:extLst>
          </p:cNvPr>
          <p:cNvSpPr txBox="1"/>
          <p:nvPr/>
        </p:nvSpPr>
        <p:spPr>
          <a:xfrm>
            <a:off x="7069659" y="7882296"/>
            <a:ext cx="1795620"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exception</a:t>
            </a:r>
          </a:p>
        </p:txBody>
      </p:sp>
    </p:spTree>
    <p:extLst>
      <p:ext uri="{BB962C8B-B14F-4D97-AF65-F5344CB8AC3E}">
        <p14:creationId xmlns:p14="http://schemas.microsoft.com/office/powerpoint/2010/main" val="488813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7"/>
                                        </p:tgtEl>
                                        <p:attrNameLst>
                                          <p:attrName>style.visibility</p:attrName>
                                        </p:attrNameLst>
                                      </p:cBhvr>
                                      <p:to>
                                        <p:strVal val="visible"/>
                                      </p:to>
                                    </p:set>
                                    <p:animEffect transition="in" filter="dissolve">
                                      <p:cBhvr>
                                        <p:cTn id="12" dur="500"/>
                                        <p:tgtEl>
                                          <p:spTgt spid="6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58"/>
                                        </p:tgtEl>
                                        <p:attrNameLst>
                                          <p:attrName>style.visibility</p:attrName>
                                        </p:attrNameLst>
                                      </p:cBhvr>
                                      <p:to>
                                        <p:strVal val="visible"/>
                                      </p:to>
                                    </p:set>
                                    <p:animEffect transition="in" filter="dissolve">
                                      <p:cBhvr>
                                        <p:cTn id="17" dur="500"/>
                                        <p:tgtEl>
                                          <p:spTgt spid="65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59"/>
                                        </p:tgtEl>
                                        <p:attrNameLst>
                                          <p:attrName>style.visibility</p:attrName>
                                        </p:attrNameLst>
                                      </p:cBhvr>
                                      <p:to>
                                        <p:strVal val="visible"/>
                                      </p:to>
                                    </p:set>
                                    <p:animEffect transition="in" filter="dissolve">
                                      <p:cBhvr>
                                        <p:cTn id="27" dur="500"/>
                                        <p:tgtEl>
                                          <p:spTgt spid="65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dissolv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 name="Line 25">
            <a:extLst>
              <a:ext uri="{FF2B5EF4-FFF2-40B4-BE49-F238E27FC236}">
                <a16:creationId xmlns:a16="http://schemas.microsoft.com/office/drawing/2014/main" id="{C8B17E67-5A89-99E1-F4AC-BF62D60F03A9}"/>
              </a:ext>
            </a:extLst>
          </p:cNvPr>
          <p:cNvSpPr>
            <a:spLocks noChangeShapeType="1"/>
          </p:cNvSpPr>
          <p:nvPr/>
        </p:nvSpPr>
        <p:spPr bwMode="auto">
          <a:xfrm>
            <a:off x="1143000" y="2340705"/>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3150F8C-4B1D-4875-9E51-6FF0B2674A1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2A93E685-17A4-FC9E-DBF4-FCEEAC1F7FFF}"/>
              </a:ext>
            </a:extLst>
          </p:cNvPr>
          <p:cNvSpPr txBox="1"/>
          <p:nvPr/>
        </p:nvSpPr>
        <p:spPr>
          <a:xfrm>
            <a:off x="980117" y="2577803"/>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9" name="Oval 8">
            <a:extLst>
              <a:ext uri="{FF2B5EF4-FFF2-40B4-BE49-F238E27FC236}">
                <a16:creationId xmlns:a16="http://schemas.microsoft.com/office/drawing/2014/main" id="{A272C691-D8C3-38F9-9C3A-C7DD4926F134}"/>
              </a:ext>
            </a:extLst>
          </p:cNvPr>
          <p:cNvSpPr/>
          <p:nvPr/>
        </p:nvSpPr>
        <p:spPr>
          <a:xfrm>
            <a:off x="1737840"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BA16A193-6C10-D1E9-3328-1736030156ED}"/>
              </a:ext>
            </a:extLst>
          </p:cNvPr>
          <p:cNvGrpSpPr/>
          <p:nvPr/>
        </p:nvGrpSpPr>
        <p:grpSpPr>
          <a:xfrm>
            <a:off x="3143404" y="1678625"/>
            <a:ext cx="1582770" cy="1279362"/>
            <a:chOff x="3143404" y="1678625"/>
            <a:chExt cx="1582770" cy="1279362"/>
          </a:xfrm>
        </p:grpSpPr>
        <p:sp>
          <p:nvSpPr>
            <p:cNvPr id="7" name="TextBox 6">
              <a:extLst>
                <a:ext uri="{FF2B5EF4-FFF2-40B4-BE49-F238E27FC236}">
                  <a16:creationId xmlns:a16="http://schemas.microsoft.com/office/drawing/2014/main" id="{EA38D4AC-68C7-46B3-2C76-079B007BC9F8}"/>
                </a:ext>
              </a:extLst>
            </p:cNvPr>
            <p:cNvSpPr txBox="1"/>
            <p:nvPr/>
          </p:nvSpPr>
          <p:spPr>
            <a:xfrm>
              <a:off x="3143404" y="2557877"/>
              <a:ext cx="111900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10" name="Oval 9">
              <a:extLst>
                <a:ext uri="{FF2B5EF4-FFF2-40B4-BE49-F238E27FC236}">
                  <a16:creationId xmlns:a16="http://schemas.microsoft.com/office/drawing/2014/main" id="{182EF0B9-5356-0131-EBF2-EA304817B01D}"/>
                </a:ext>
              </a:extLst>
            </p:cNvPr>
            <p:cNvSpPr/>
            <p:nvPr/>
          </p:nvSpPr>
          <p:spPr>
            <a:xfrm>
              <a:off x="3402009"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A1986B28-DC36-9FBC-0416-2551B103F140}"/>
                </a:ext>
              </a:extLst>
            </p:cNvPr>
            <p:cNvSpPr txBox="1"/>
            <p:nvPr/>
          </p:nvSpPr>
          <p:spPr>
            <a:xfrm>
              <a:off x="3384717" y="1678625"/>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36" name="Group 35">
            <a:extLst>
              <a:ext uri="{FF2B5EF4-FFF2-40B4-BE49-F238E27FC236}">
                <a16:creationId xmlns:a16="http://schemas.microsoft.com/office/drawing/2014/main" id="{36597F89-B705-2D33-6320-CA6E3386B792}"/>
              </a:ext>
            </a:extLst>
          </p:cNvPr>
          <p:cNvGrpSpPr/>
          <p:nvPr/>
        </p:nvGrpSpPr>
        <p:grpSpPr>
          <a:xfrm>
            <a:off x="8955387" y="1637453"/>
            <a:ext cx="2398413" cy="1525484"/>
            <a:chOff x="8955387" y="1637453"/>
            <a:chExt cx="2398413" cy="1525484"/>
          </a:xfrm>
        </p:grpSpPr>
        <p:sp>
          <p:nvSpPr>
            <p:cNvPr id="8" name="TextBox 7">
              <a:extLst>
                <a:ext uri="{FF2B5EF4-FFF2-40B4-BE49-F238E27FC236}">
                  <a16:creationId xmlns:a16="http://schemas.microsoft.com/office/drawing/2014/main" id="{E4A867EB-5ADA-2AEC-6AAB-723D6EA274DF}"/>
                </a:ext>
              </a:extLst>
            </p:cNvPr>
            <p:cNvSpPr txBox="1"/>
            <p:nvPr/>
          </p:nvSpPr>
          <p:spPr>
            <a:xfrm>
              <a:off x="8955387" y="2516606"/>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s.recv()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11" name="Oval 10">
              <a:extLst>
                <a:ext uri="{FF2B5EF4-FFF2-40B4-BE49-F238E27FC236}">
                  <a16:creationId xmlns:a16="http://schemas.microsoft.com/office/drawing/2014/main" id="{84B1B365-E58D-2A67-B93A-0983D2A237DE}"/>
                </a:ext>
              </a:extLst>
            </p:cNvPr>
            <p:cNvSpPr/>
            <p:nvPr/>
          </p:nvSpPr>
          <p:spPr>
            <a:xfrm>
              <a:off x="9916950" y="2160350"/>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15" name="Picture 87" descr="alarm_clock_ringing">
              <a:extLst>
                <a:ext uri="{FF2B5EF4-FFF2-40B4-BE49-F238E27FC236}">
                  <a16:creationId xmlns:a16="http://schemas.microsoft.com/office/drawing/2014/main" id="{995D0104-5C8E-1A66-F2EF-D23E1D5480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9626" y="1637453"/>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91">
              <a:extLst>
                <a:ext uri="{FF2B5EF4-FFF2-40B4-BE49-F238E27FC236}">
                  <a16:creationId xmlns:a16="http://schemas.microsoft.com/office/drawing/2014/main" id="{BE4C5224-021E-C8EF-40C2-6351ED166D0D}"/>
                </a:ext>
              </a:extLst>
            </p:cNvPr>
            <p:cNvSpPr txBox="1">
              <a:spLocks noChangeArrowheads="1"/>
            </p:cNvSpPr>
            <p:nvPr/>
          </p:nvSpPr>
          <p:spPr bwMode="auto">
            <a:xfrm>
              <a:off x="10091075" y="1798567"/>
              <a:ext cx="960439" cy="3000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grpSp>
        <p:nvGrpSpPr>
          <p:cNvPr id="37" name="Group 36">
            <a:extLst>
              <a:ext uri="{FF2B5EF4-FFF2-40B4-BE49-F238E27FC236}">
                <a16:creationId xmlns:a16="http://schemas.microsoft.com/office/drawing/2014/main" id="{0973C3E2-6216-9C20-15AB-66E20BA7012F}"/>
              </a:ext>
            </a:extLst>
          </p:cNvPr>
          <p:cNvGrpSpPr/>
          <p:nvPr/>
        </p:nvGrpSpPr>
        <p:grpSpPr>
          <a:xfrm>
            <a:off x="996446" y="4267853"/>
            <a:ext cx="10357354" cy="821371"/>
            <a:chOff x="996446" y="4267853"/>
            <a:chExt cx="10357354" cy="821371"/>
          </a:xfrm>
        </p:grpSpPr>
        <p:sp>
          <p:nvSpPr>
            <p:cNvPr id="17" name="Line 25">
              <a:extLst>
                <a:ext uri="{FF2B5EF4-FFF2-40B4-BE49-F238E27FC236}">
                  <a16:creationId xmlns:a16="http://schemas.microsoft.com/office/drawing/2014/main" id="{BDDA05EA-9AA0-97AF-7ED8-EA251663153D}"/>
                </a:ext>
              </a:extLst>
            </p:cNvPr>
            <p:cNvSpPr>
              <a:spLocks noChangeShapeType="1"/>
            </p:cNvSpPr>
            <p:nvPr/>
          </p:nvSpPr>
          <p:spPr bwMode="auto">
            <a:xfrm>
              <a:off x="1143000" y="4452016"/>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2BA27198-F672-7911-BF43-58C614E3B906}"/>
                </a:ext>
              </a:extLst>
            </p:cNvPr>
            <p:cNvSpPr txBox="1"/>
            <p:nvPr/>
          </p:nvSpPr>
          <p:spPr>
            <a:xfrm>
              <a:off x="996446" y="4689114"/>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1" name="Oval 20">
              <a:extLst>
                <a:ext uri="{FF2B5EF4-FFF2-40B4-BE49-F238E27FC236}">
                  <a16:creationId xmlns:a16="http://schemas.microsoft.com/office/drawing/2014/main" id="{6F3DA307-1508-EAE6-2738-BC9D7595DCEA}"/>
                </a:ext>
              </a:extLst>
            </p:cNvPr>
            <p:cNvSpPr/>
            <p:nvPr/>
          </p:nvSpPr>
          <p:spPr>
            <a:xfrm>
              <a:off x="1737840"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E3096885-715D-76A0-3182-1B6A668AE1B1}"/>
              </a:ext>
            </a:extLst>
          </p:cNvPr>
          <p:cNvGrpSpPr/>
          <p:nvPr/>
        </p:nvGrpSpPr>
        <p:grpSpPr>
          <a:xfrm>
            <a:off x="2953611" y="3876924"/>
            <a:ext cx="1341457" cy="1192374"/>
            <a:chOff x="2953611" y="3876924"/>
            <a:chExt cx="1341457" cy="1192374"/>
          </a:xfrm>
        </p:grpSpPr>
        <p:sp>
          <p:nvSpPr>
            <p:cNvPr id="19" name="TextBox 18">
              <a:extLst>
                <a:ext uri="{FF2B5EF4-FFF2-40B4-BE49-F238E27FC236}">
                  <a16:creationId xmlns:a16="http://schemas.microsoft.com/office/drawing/2014/main" id="{C2E7240D-61C1-7804-79F3-D65716FF9C3F}"/>
                </a:ext>
              </a:extLst>
            </p:cNvPr>
            <p:cNvSpPr txBox="1"/>
            <p:nvPr/>
          </p:nvSpPr>
          <p:spPr>
            <a:xfrm>
              <a:off x="3176063" y="4669188"/>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22" name="Oval 21">
              <a:extLst>
                <a:ext uri="{FF2B5EF4-FFF2-40B4-BE49-F238E27FC236}">
                  <a16:creationId xmlns:a16="http://schemas.microsoft.com/office/drawing/2014/main" id="{F0009779-8D38-E854-A7C6-29CF7408AEBD}"/>
                </a:ext>
              </a:extLst>
            </p:cNvPr>
            <p:cNvSpPr/>
            <p:nvPr/>
          </p:nvSpPr>
          <p:spPr>
            <a:xfrm>
              <a:off x="3402009"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FAA9E51-8B12-691E-D8D6-8889908518AF}"/>
                </a:ext>
              </a:extLst>
            </p:cNvPr>
            <p:cNvSpPr txBox="1"/>
            <p:nvPr/>
          </p:nvSpPr>
          <p:spPr>
            <a:xfrm>
              <a:off x="2953611" y="387692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42" name="Group 41">
            <a:extLst>
              <a:ext uri="{FF2B5EF4-FFF2-40B4-BE49-F238E27FC236}">
                <a16:creationId xmlns:a16="http://schemas.microsoft.com/office/drawing/2014/main" id="{23F359B8-EDE5-1CCA-2439-DF7D8D9185AF}"/>
              </a:ext>
            </a:extLst>
          </p:cNvPr>
          <p:cNvGrpSpPr/>
          <p:nvPr/>
        </p:nvGrpSpPr>
        <p:grpSpPr>
          <a:xfrm>
            <a:off x="4446123" y="3623736"/>
            <a:ext cx="1889492" cy="1002257"/>
            <a:chOff x="4446123" y="3623736"/>
            <a:chExt cx="1889492" cy="1002257"/>
          </a:xfrm>
        </p:grpSpPr>
        <p:sp>
          <p:nvSpPr>
            <p:cNvPr id="26" name="Oval 25">
              <a:extLst>
                <a:ext uri="{FF2B5EF4-FFF2-40B4-BE49-F238E27FC236}">
                  <a16:creationId xmlns:a16="http://schemas.microsoft.com/office/drawing/2014/main" id="{78F19865-1DBF-B031-6785-462B30B681D3}"/>
                </a:ext>
              </a:extLst>
            </p:cNvPr>
            <p:cNvSpPr/>
            <p:nvPr/>
          </p:nvSpPr>
          <p:spPr>
            <a:xfrm>
              <a:off x="5087068"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C5BC3E8-54CE-9B18-EA79-66605E6BEAD4}"/>
                </a:ext>
              </a:extLst>
            </p:cNvPr>
            <p:cNvSpPr txBox="1"/>
            <p:nvPr/>
          </p:nvSpPr>
          <p:spPr>
            <a:xfrm>
              <a:off x="4446123" y="3623736"/>
              <a:ext cx="188949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&amp; timer stop!</a:t>
              </a:r>
            </a:p>
          </p:txBody>
        </p:sp>
      </p:grpSp>
      <p:grpSp>
        <p:nvGrpSpPr>
          <p:cNvPr id="43" name="Group 42">
            <a:extLst>
              <a:ext uri="{FF2B5EF4-FFF2-40B4-BE49-F238E27FC236}">
                <a16:creationId xmlns:a16="http://schemas.microsoft.com/office/drawing/2014/main" id="{FFCCA15A-9CB6-C4E2-8350-444F579EB36E}"/>
              </a:ext>
            </a:extLst>
          </p:cNvPr>
          <p:cNvGrpSpPr/>
          <p:nvPr/>
        </p:nvGrpSpPr>
        <p:grpSpPr>
          <a:xfrm>
            <a:off x="6059118" y="3916704"/>
            <a:ext cx="1341457" cy="1141035"/>
            <a:chOff x="6059118" y="3916704"/>
            <a:chExt cx="1341457" cy="1141035"/>
          </a:xfrm>
        </p:grpSpPr>
        <p:sp>
          <p:nvSpPr>
            <p:cNvPr id="27" name="TextBox 26">
              <a:extLst>
                <a:ext uri="{FF2B5EF4-FFF2-40B4-BE49-F238E27FC236}">
                  <a16:creationId xmlns:a16="http://schemas.microsoft.com/office/drawing/2014/main" id="{7F10FD2D-B5AE-6162-A76C-9AA5C1D460DB}"/>
                </a:ext>
              </a:extLst>
            </p:cNvPr>
            <p:cNvSpPr txBox="1"/>
            <p:nvPr/>
          </p:nvSpPr>
          <p:spPr>
            <a:xfrm>
              <a:off x="6235414" y="4657629"/>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29" name="Oval 28">
              <a:extLst>
                <a:ext uri="{FF2B5EF4-FFF2-40B4-BE49-F238E27FC236}">
                  <a16:creationId xmlns:a16="http://schemas.microsoft.com/office/drawing/2014/main" id="{499F3F03-7B05-6F57-E777-BFF28E7FBBF3}"/>
                </a:ext>
              </a:extLst>
            </p:cNvPr>
            <p:cNvSpPr/>
            <p:nvPr/>
          </p:nvSpPr>
          <p:spPr>
            <a:xfrm>
              <a:off x="6480410" y="4265835"/>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A0D417-C180-AD79-A729-D17A0441414B}"/>
                </a:ext>
              </a:extLst>
            </p:cNvPr>
            <p:cNvSpPr txBox="1"/>
            <p:nvPr/>
          </p:nvSpPr>
          <p:spPr>
            <a:xfrm>
              <a:off x="6059118" y="391670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45" name="Group 44">
            <a:extLst>
              <a:ext uri="{FF2B5EF4-FFF2-40B4-BE49-F238E27FC236}">
                <a16:creationId xmlns:a16="http://schemas.microsoft.com/office/drawing/2014/main" id="{ED39D156-0CAE-2F35-3E5C-C3C2F2BA7A78}"/>
              </a:ext>
            </a:extLst>
          </p:cNvPr>
          <p:cNvGrpSpPr/>
          <p:nvPr/>
        </p:nvGrpSpPr>
        <p:grpSpPr>
          <a:xfrm>
            <a:off x="9598373" y="3733597"/>
            <a:ext cx="2398413" cy="1626302"/>
            <a:chOff x="9598373" y="3733597"/>
            <a:chExt cx="2398413" cy="1626302"/>
          </a:xfrm>
        </p:grpSpPr>
        <p:sp>
          <p:nvSpPr>
            <p:cNvPr id="20" name="TextBox 19">
              <a:extLst>
                <a:ext uri="{FF2B5EF4-FFF2-40B4-BE49-F238E27FC236}">
                  <a16:creationId xmlns:a16="http://schemas.microsoft.com/office/drawing/2014/main" id="{090F8558-EAE8-1617-DAD8-C54085A7E0D4}"/>
                </a:ext>
              </a:extLst>
            </p:cNvPr>
            <p:cNvSpPr txBox="1"/>
            <p:nvPr/>
          </p:nvSpPr>
          <p:spPr>
            <a:xfrm>
              <a:off x="9598373" y="4713568"/>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s.recv()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23" name="Oval 22">
              <a:extLst>
                <a:ext uri="{FF2B5EF4-FFF2-40B4-BE49-F238E27FC236}">
                  <a16:creationId xmlns:a16="http://schemas.microsoft.com/office/drawing/2014/main" id="{5EF4BCC2-519B-ED34-44C2-EAE862913159}"/>
                </a:ext>
              </a:extLst>
            </p:cNvPr>
            <p:cNvSpPr/>
            <p:nvPr/>
          </p:nvSpPr>
          <p:spPr>
            <a:xfrm>
              <a:off x="10488450" y="4271661"/>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 Box 91">
              <a:extLst>
                <a:ext uri="{FF2B5EF4-FFF2-40B4-BE49-F238E27FC236}">
                  <a16:creationId xmlns:a16="http://schemas.microsoft.com/office/drawing/2014/main" id="{517F7020-185F-C4E9-8EF5-00AC412006B1}"/>
                </a:ext>
              </a:extLst>
            </p:cNvPr>
            <p:cNvSpPr txBox="1">
              <a:spLocks noChangeArrowheads="1"/>
            </p:cNvSpPr>
            <p:nvPr/>
          </p:nvSpPr>
          <p:spPr bwMode="auto">
            <a:xfrm>
              <a:off x="10773945" y="3886420"/>
              <a:ext cx="960439" cy="3000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pic>
          <p:nvPicPr>
            <p:cNvPr id="32" name="Picture 87" descr="alarm_clock_ringing">
              <a:extLst>
                <a:ext uri="{FF2B5EF4-FFF2-40B4-BE49-F238E27FC236}">
                  <a16:creationId xmlns:a16="http://schemas.microsoft.com/office/drawing/2014/main" id="{F1D65421-BC2F-E4CF-A03D-D9EA6B0BDF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97476" y="3733597"/>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Rounded Rectangular Callout 38">
            <a:extLst>
              <a:ext uri="{FF2B5EF4-FFF2-40B4-BE49-F238E27FC236}">
                <a16:creationId xmlns:a16="http://schemas.microsoft.com/office/drawing/2014/main" id="{CFB62DD4-4669-291F-177D-95873E674B90}"/>
              </a:ext>
            </a:extLst>
          </p:cNvPr>
          <p:cNvSpPr/>
          <p:nvPr/>
        </p:nvSpPr>
        <p:spPr>
          <a:xfrm>
            <a:off x="1570895" y="5720359"/>
            <a:ext cx="8655774" cy="730631"/>
          </a:xfrm>
          <a:prstGeom prst="wedgeRoundRectCallout">
            <a:avLst>
              <a:gd name="adj1" fmla="val -41685"/>
              <a:gd name="adj2" fmla="val -131854"/>
              <a:gd name="adj3" fmla="val 16667"/>
            </a:avLst>
          </a:prstGeom>
          <a:ln w="34925">
            <a:solidFill>
              <a:srgbClr val="CC00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Set a timeout on all future socket operations of that specific socket! </a:t>
            </a:r>
          </a:p>
        </p:txBody>
      </p:sp>
      <p:grpSp>
        <p:nvGrpSpPr>
          <p:cNvPr id="35" name="Group 34">
            <a:extLst>
              <a:ext uri="{FF2B5EF4-FFF2-40B4-BE49-F238E27FC236}">
                <a16:creationId xmlns:a16="http://schemas.microsoft.com/office/drawing/2014/main" id="{BDDC1186-9CE2-403B-E783-B674FC13F2F1}"/>
              </a:ext>
            </a:extLst>
          </p:cNvPr>
          <p:cNvGrpSpPr/>
          <p:nvPr/>
        </p:nvGrpSpPr>
        <p:grpSpPr>
          <a:xfrm>
            <a:off x="3889531" y="1713789"/>
            <a:ext cx="5887562" cy="560973"/>
            <a:chOff x="3889531" y="1713789"/>
            <a:chExt cx="5887562" cy="560973"/>
          </a:xfrm>
        </p:grpSpPr>
        <p:sp>
          <p:nvSpPr>
            <p:cNvPr id="12" name="TextBox 11">
              <a:extLst>
                <a:ext uri="{FF2B5EF4-FFF2-40B4-BE49-F238E27FC236}">
                  <a16:creationId xmlns:a16="http://schemas.microsoft.com/office/drawing/2014/main" id="{0AA50C2F-309F-AB78-0560-CC16D507778C}"/>
                </a:ext>
              </a:extLst>
            </p:cNvPr>
            <p:cNvSpPr txBox="1"/>
            <p:nvPr/>
          </p:nvSpPr>
          <p:spPr>
            <a:xfrm>
              <a:off x="5533981" y="1713789"/>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 packet arrives in 30 secs</a:t>
              </a:r>
            </a:p>
          </p:txBody>
        </p:sp>
        <p:sp>
          <p:nvSpPr>
            <p:cNvPr id="40" name="Right Brace 39">
              <a:extLst>
                <a:ext uri="{FF2B5EF4-FFF2-40B4-BE49-F238E27FC236}">
                  <a16:creationId xmlns:a16="http://schemas.microsoft.com/office/drawing/2014/main" id="{E040FF53-7C34-443A-EA92-A406119E1E2E}"/>
                </a:ext>
              </a:extLst>
            </p:cNvPr>
            <p:cNvSpPr/>
            <p:nvPr/>
          </p:nvSpPr>
          <p:spPr>
            <a:xfrm rot="16200000">
              <a:off x="6717838" y="-784492"/>
              <a:ext cx="230947" cy="588756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22153B2A-A8C9-899E-D598-0DF3F658C494}"/>
              </a:ext>
            </a:extLst>
          </p:cNvPr>
          <p:cNvGrpSpPr/>
          <p:nvPr/>
        </p:nvGrpSpPr>
        <p:grpSpPr>
          <a:xfrm>
            <a:off x="6905671" y="3735288"/>
            <a:ext cx="3481022" cy="614857"/>
            <a:chOff x="6905671" y="3735288"/>
            <a:chExt cx="3481022" cy="614857"/>
          </a:xfrm>
        </p:grpSpPr>
        <p:sp>
          <p:nvSpPr>
            <p:cNvPr id="31" name="TextBox 30">
              <a:extLst>
                <a:ext uri="{FF2B5EF4-FFF2-40B4-BE49-F238E27FC236}">
                  <a16:creationId xmlns:a16="http://schemas.microsoft.com/office/drawing/2014/main" id="{90909FD9-D1FA-43B5-2168-09FA646BD2F6}"/>
                </a:ext>
              </a:extLst>
            </p:cNvPr>
            <p:cNvSpPr txBox="1"/>
            <p:nvPr/>
          </p:nvSpPr>
          <p:spPr>
            <a:xfrm>
              <a:off x="7483289" y="3735288"/>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 packet arrives in 10 secs</a:t>
              </a:r>
            </a:p>
          </p:txBody>
        </p:sp>
        <p:sp>
          <p:nvSpPr>
            <p:cNvPr id="41" name="Right Brace 40">
              <a:extLst>
                <a:ext uri="{FF2B5EF4-FFF2-40B4-BE49-F238E27FC236}">
                  <a16:creationId xmlns:a16="http://schemas.microsoft.com/office/drawing/2014/main" id="{1105B5E2-3D12-65DB-8652-E9AA6190CEEB}"/>
                </a:ext>
              </a:extLst>
            </p:cNvPr>
            <p:cNvSpPr/>
            <p:nvPr/>
          </p:nvSpPr>
          <p:spPr>
            <a:xfrm rot="16200000">
              <a:off x="8528260" y="2491713"/>
              <a:ext cx="235843" cy="348102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 name="Title 1">
            <a:extLst>
              <a:ext uri="{FF2B5EF4-FFF2-40B4-BE49-F238E27FC236}">
                <a16:creationId xmlns:a16="http://schemas.microsoft.com/office/drawing/2014/main" id="{E38AAB5C-53D2-FA7B-A32A-85D30051936B}"/>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How Python socket.settimeout() works?</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Tree>
    <p:extLst>
      <p:ext uri="{BB962C8B-B14F-4D97-AF65-F5344CB8AC3E}">
        <p14:creationId xmlns:p14="http://schemas.microsoft.com/office/powerpoint/2010/main" val="132109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dissolve">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dissolve">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dissolve">
                                      <p:cBhvr>
                                        <p:cTn id="32" dur="500"/>
                                        <p:tgtEl>
                                          <p:spTgt spid="4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dissolve">
                                      <p:cBhvr>
                                        <p:cTn id="37" dur="500"/>
                                        <p:tgtEl>
                                          <p:spTgt spid="4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dissolv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dissolve">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dissolve">
                                      <p:cBhvr>
                                        <p:cTn id="5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477D59B0-E780-89C7-3054-E1B616C46084}"/>
              </a:ext>
            </a:extLst>
          </p:cNvPr>
          <p:cNvSpPr>
            <a:spLocks noGrp="1"/>
          </p:cNvSpPr>
          <p:nvPr>
            <p:ph idx="1"/>
          </p:nvPr>
        </p:nvSpPr>
        <p:spPr>
          <a:xfrm>
            <a:off x="838200" y="1501534"/>
            <a:ext cx="10515600" cy="4351338"/>
          </a:xfrm>
        </p:spPr>
        <p:txBody>
          <a:bodyPr/>
          <a:lstStyle/>
          <a:p>
            <a:pPr marL="0" indent="0">
              <a:buNone/>
            </a:pPr>
            <a:r>
              <a:rPr lang="en-US" dirty="0"/>
              <a:t>Execute a block of code, and handle “exceptions” that may occur when executing that block of code</a:t>
            </a:r>
          </a:p>
        </p:txBody>
      </p:sp>
      <p:sp>
        <p:nvSpPr>
          <p:cNvPr id="6" name="Title 1">
            <a:extLst>
              <a:ext uri="{FF2B5EF4-FFF2-40B4-BE49-F238E27FC236}">
                <a16:creationId xmlns:a16="http://schemas.microsoft.com/office/drawing/2014/main" id="{921B03A0-6528-D029-4F8B-6FEAC62C3554}"/>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Python try-except block</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
        <p:nvSpPr>
          <p:cNvPr id="8" name="TextBox 7">
            <a:extLst>
              <a:ext uri="{FF2B5EF4-FFF2-40B4-BE49-F238E27FC236}">
                <a16:creationId xmlns:a16="http://schemas.microsoft.com/office/drawing/2014/main" id="{8E1435F2-1751-7025-EF65-D043D56BE4B1}"/>
              </a:ext>
            </a:extLst>
          </p:cNvPr>
          <p:cNvSpPr txBox="1"/>
          <p:nvPr/>
        </p:nvSpPr>
        <p:spPr>
          <a:xfrm>
            <a:off x="925976" y="2349661"/>
            <a:ext cx="3398559" cy="1974067"/>
          </a:xfrm>
          <a:prstGeom prst="rect">
            <a:avLst/>
          </a:prstGeom>
          <a:noFill/>
        </p:spPr>
        <p:txBody>
          <a:bodyPr wrap="non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try:</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&lt;do something&gt;</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except &lt;exception&gt;:</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&lt;handle the exception&gt;</a:t>
            </a:r>
          </a:p>
        </p:txBody>
      </p:sp>
      <p:sp>
        <p:nvSpPr>
          <p:cNvPr id="10" name="TextBox 9">
            <a:extLst>
              <a:ext uri="{FF2B5EF4-FFF2-40B4-BE49-F238E27FC236}">
                <a16:creationId xmlns:a16="http://schemas.microsoft.com/office/drawing/2014/main" id="{04652243-8ADA-9FFA-9F74-0AF7D7E8753E}"/>
              </a:ext>
            </a:extLst>
          </p:cNvPr>
          <p:cNvSpPr txBox="1"/>
          <p:nvPr/>
        </p:nvSpPr>
        <p:spPr>
          <a:xfrm>
            <a:off x="4577199" y="2774696"/>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Executing this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try code block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may cause exception(s) to catch. If an exception is raised, execution  jumps from jumps directly into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except code block</a:t>
            </a:r>
          </a:p>
        </p:txBody>
      </p:sp>
      <p:sp>
        <p:nvSpPr>
          <p:cNvPr id="11" name="TextBox 10">
            <a:extLst>
              <a:ext uri="{FF2B5EF4-FFF2-40B4-BE49-F238E27FC236}">
                <a16:creationId xmlns:a16="http://schemas.microsoft.com/office/drawing/2014/main" id="{4647B4F5-917E-0946-A3DF-205D4A9DBDD9}"/>
              </a:ext>
            </a:extLst>
          </p:cNvPr>
          <p:cNvSpPr txBox="1"/>
          <p:nvPr/>
        </p:nvSpPr>
        <p:spPr>
          <a:xfrm>
            <a:off x="4667627" y="3752520"/>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except code block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 only executed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if an </a:t>
            </a:r>
            <a:r>
              <a:rPr kumimoji="0" lang="en-US" sz="1800" b="0" i="1" u="none" strike="noStrike" kern="1200" cap="none" spc="0" normalizeH="0" baseline="0" noProof="0" dirty="0">
                <a:ln>
                  <a:noFill/>
                </a:ln>
                <a:solidFill>
                  <a:srgbClr val="CC0000"/>
                </a:solidFill>
                <a:effectLst/>
                <a:uLnTx/>
                <a:uFillTx/>
                <a:latin typeface="Calibri" panose="020F0502020204030204"/>
                <a:ea typeface="+mn-ea"/>
                <a:cs typeface="+mn-cs"/>
              </a:rPr>
              <a:t>&lt;exception&gt;</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 occurred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the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try code block</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(note: except block is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required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 a try block)</a:t>
            </a:r>
          </a:p>
        </p:txBody>
      </p:sp>
      <p:sp>
        <p:nvSpPr>
          <p:cNvPr id="12" name="Left Brace 11">
            <a:extLst>
              <a:ext uri="{FF2B5EF4-FFF2-40B4-BE49-F238E27FC236}">
                <a16:creationId xmlns:a16="http://schemas.microsoft.com/office/drawing/2014/main" id="{3C3DDE57-B4DE-9F2E-58B4-CC9FCED7492B}"/>
              </a:ext>
            </a:extLst>
          </p:cNvPr>
          <p:cNvSpPr/>
          <p:nvPr/>
        </p:nvSpPr>
        <p:spPr>
          <a:xfrm>
            <a:off x="4488128" y="3803680"/>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eft Brace 12">
            <a:extLst>
              <a:ext uri="{FF2B5EF4-FFF2-40B4-BE49-F238E27FC236}">
                <a16:creationId xmlns:a16="http://schemas.microsoft.com/office/drawing/2014/main" id="{834B7FAC-F650-A2F9-77D4-B96B6C917DDE}"/>
              </a:ext>
            </a:extLst>
          </p:cNvPr>
          <p:cNvSpPr/>
          <p:nvPr/>
        </p:nvSpPr>
        <p:spPr>
          <a:xfrm>
            <a:off x="4412303" y="2825856"/>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59030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dirty="0">
                <a:solidFill>
                  <a:srgbClr val="C00000"/>
                </a:solidFill>
                <a:ea typeface="ＭＳ Ｐゴシック" panose="020B0600070205080204" pitchFamily="34" charset="-128"/>
                <a:cs typeface="+mn-cs"/>
              </a:rPr>
              <a:t>socket timeouts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E9E0B3A-6E1D-33DD-B4C3-FEFE580E9C3C}"/>
              </a:ext>
            </a:extLst>
          </p:cNvPr>
          <p:cNvGrpSpPr/>
          <p:nvPr/>
        </p:nvGrpSpPr>
        <p:grpSpPr>
          <a:xfrm>
            <a:off x="5406160" y="1309918"/>
            <a:ext cx="6352756" cy="5006915"/>
            <a:chOff x="5406160" y="1309918"/>
            <a:chExt cx="6352756" cy="5006915"/>
          </a:xfrm>
        </p:grpSpPr>
        <p:sp>
          <p:nvSpPr>
            <p:cNvPr id="5" name="TextBox 1">
              <a:extLst>
                <a:ext uri="{FF2B5EF4-FFF2-40B4-BE49-F238E27FC236}">
                  <a16:creationId xmlns:a16="http://schemas.microsoft.com/office/drawing/2014/main" id="{78BFC306-359D-5D2E-17CD-D24F11D82E95}"/>
                </a:ext>
              </a:extLst>
            </p:cNvPr>
            <p:cNvSpPr txBox="1">
              <a:spLocks noChangeArrowheads="1"/>
            </p:cNvSpPr>
            <p:nvPr/>
          </p:nvSpPr>
          <p:spPr bwMode="auto">
            <a:xfrm>
              <a:off x="5406160" y="1792518"/>
              <a:ext cx="6352756"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counter = 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counter &lt;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connectionSocket.settimeout(10)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try: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wolf_location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send_hunter(wolf_location) # a villager function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connectionSocket.send('hunter sent')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except timeout: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counter +=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endPar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TextBox 2">
              <a:extLst>
                <a:ext uri="{FF2B5EF4-FFF2-40B4-BE49-F238E27FC236}">
                  <a16:creationId xmlns:a16="http://schemas.microsoft.com/office/drawing/2014/main" id="{E3284415-84EE-F12A-B596-E5D2245B0F87}"/>
                </a:ext>
              </a:extLst>
            </p:cNvPr>
            <p:cNvSpPr txBox="1">
              <a:spLocks noChangeArrowheads="1"/>
            </p:cNvSpPr>
            <p:nvPr/>
          </p:nvSpPr>
          <p:spPr bwMode="auto">
            <a:xfrm>
              <a:off x="5571148" y="1309918"/>
              <a:ext cx="421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 (Villagers)</a:t>
              </a:r>
            </a:p>
          </p:txBody>
        </p:sp>
      </p:grpSp>
      <p:grpSp>
        <p:nvGrpSpPr>
          <p:cNvPr id="7" name="Group 47">
            <a:extLst>
              <a:ext uri="{FF2B5EF4-FFF2-40B4-BE49-F238E27FC236}">
                <a16:creationId xmlns:a16="http://schemas.microsoft.com/office/drawing/2014/main" id="{81091F01-E028-6E04-3BDA-E9218EF02941}"/>
              </a:ext>
            </a:extLst>
          </p:cNvPr>
          <p:cNvGrpSpPr>
            <a:grpSpLocks/>
          </p:cNvGrpSpPr>
          <p:nvPr/>
        </p:nvGrpSpPr>
        <p:grpSpPr bwMode="auto">
          <a:xfrm>
            <a:off x="2081759" y="3801772"/>
            <a:ext cx="3485382" cy="584775"/>
            <a:chOff x="-796660" y="2582793"/>
            <a:chExt cx="3485832" cy="584044"/>
          </a:xfrm>
        </p:grpSpPr>
        <p:sp>
          <p:nvSpPr>
            <p:cNvPr id="8" name="TextBox 31">
              <a:extLst>
                <a:ext uri="{FF2B5EF4-FFF2-40B4-BE49-F238E27FC236}">
                  <a16:creationId xmlns:a16="http://schemas.microsoft.com/office/drawing/2014/main" id="{19BA9B9F-82D1-D7AA-7AD3-4B9BD9EA0C58}"/>
                </a:ext>
              </a:extLst>
            </p:cNvPr>
            <p:cNvSpPr txBox="1">
              <a:spLocks noChangeArrowheads="1"/>
            </p:cNvSpPr>
            <p:nvPr/>
          </p:nvSpPr>
          <p:spPr bwMode="auto">
            <a:xfrm>
              <a:off x="-796660" y="2582793"/>
              <a:ext cx="2898914"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set a 10-seconds timeout on all future socket operations </a:t>
              </a:r>
            </a:p>
          </p:txBody>
        </p:sp>
        <p:cxnSp>
          <p:nvCxnSpPr>
            <p:cNvPr id="9" name="Straight Connector 32">
              <a:extLst>
                <a:ext uri="{FF2B5EF4-FFF2-40B4-BE49-F238E27FC236}">
                  <a16:creationId xmlns:a16="http://schemas.microsoft.com/office/drawing/2014/main" id="{AF673A42-8171-692D-9D72-3998DA8B2AE4}"/>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 name="Group 47">
            <a:extLst>
              <a:ext uri="{FF2B5EF4-FFF2-40B4-BE49-F238E27FC236}">
                <a16:creationId xmlns:a16="http://schemas.microsoft.com/office/drawing/2014/main" id="{B8443CA7-4434-6A5B-8132-6C3BAE460129}"/>
              </a:ext>
            </a:extLst>
          </p:cNvPr>
          <p:cNvGrpSpPr>
            <a:grpSpLocks/>
          </p:cNvGrpSpPr>
          <p:nvPr/>
        </p:nvGrpSpPr>
        <p:grpSpPr bwMode="auto">
          <a:xfrm>
            <a:off x="1826792" y="5650433"/>
            <a:ext cx="3740349" cy="338554"/>
            <a:chOff x="-1052482" y="3006031"/>
            <a:chExt cx="3741636" cy="337708"/>
          </a:xfrm>
        </p:grpSpPr>
        <p:sp>
          <p:nvSpPr>
            <p:cNvPr id="12" name="TextBox 11">
              <a:extLst>
                <a:ext uri="{FF2B5EF4-FFF2-40B4-BE49-F238E27FC236}">
                  <a16:creationId xmlns:a16="http://schemas.microsoft.com/office/drawing/2014/main" id="{05F415E2-E12E-9D9C-2F95-B067904DEC19}"/>
                </a:ext>
              </a:extLst>
            </p:cNvPr>
            <p:cNvSpPr txBox="1">
              <a:spLocks noChangeArrowheads="1"/>
            </p:cNvSpPr>
            <p:nvPr/>
          </p:nvSpPr>
          <p:spPr bwMode="auto">
            <a:xfrm>
              <a:off x="-1052482" y="3006031"/>
              <a:ext cx="3372184"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catch socket timeout exception </a:t>
              </a:r>
            </a:p>
          </p:txBody>
        </p:sp>
        <p:cxnSp>
          <p:nvCxnSpPr>
            <p:cNvPr id="13" name="Straight Connector 12">
              <a:extLst>
                <a:ext uri="{FF2B5EF4-FFF2-40B4-BE49-F238E27FC236}">
                  <a16:creationId xmlns:a16="http://schemas.microsoft.com/office/drawing/2014/main" id="{714FF7E6-7D09-9985-08F5-3DC87DC9C922}"/>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4" name="Group 47">
            <a:extLst>
              <a:ext uri="{FF2B5EF4-FFF2-40B4-BE49-F238E27FC236}">
                <a16:creationId xmlns:a16="http://schemas.microsoft.com/office/drawing/2014/main" id="{92C50A01-8CC8-E41B-5B89-3F7494E5ADB7}"/>
              </a:ext>
            </a:extLst>
          </p:cNvPr>
          <p:cNvGrpSpPr>
            <a:grpSpLocks/>
          </p:cNvGrpSpPr>
          <p:nvPr/>
        </p:nvGrpSpPr>
        <p:grpSpPr bwMode="auto">
          <a:xfrm>
            <a:off x="945274" y="4531396"/>
            <a:ext cx="4623492" cy="830997"/>
            <a:chOff x="-1934920" y="2758537"/>
            <a:chExt cx="4624092" cy="829958"/>
          </a:xfrm>
        </p:grpSpPr>
        <p:sp>
          <p:nvSpPr>
            <p:cNvPr id="15" name="TextBox 31">
              <a:extLst>
                <a:ext uri="{FF2B5EF4-FFF2-40B4-BE49-F238E27FC236}">
                  <a16:creationId xmlns:a16="http://schemas.microsoft.com/office/drawing/2014/main" id="{DA0F88B2-B215-E010-DDFD-099B54AB3D0D}"/>
                </a:ext>
              </a:extLst>
            </p:cNvPr>
            <p:cNvSpPr txBox="1">
              <a:spLocks noChangeArrowheads="1"/>
            </p:cNvSpPr>
            <p:nvPr/>
          </p:nvSpPr>
          <p:spPr bwMode="auto">
            <a:xfrm>
              <a:off x="-1934920" y="2758537"/>
              <a:ext cx="3877172" cy="82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timer starts when recv() is called and will </a:t>
              </a:r>
              <a:b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b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raise timeout exception if there is no message within 10 seconds.</a:t>
              </a:r>
            </a:p>
          </p:txBody>
        </p:sp>
        <p:cxnSp>
          <p:nvCxnSpPr>
            <p:cNvPr id="16" name="Straight Connector 32">
              <a:extLst>
                <a:ext uri="{FF2B5EF4-FFF2-40B4-BE49-F238E27FC236}">
                  <a16:creationId xmlns:a16="http://schemas.microsoft.com/office/drawing/2014/main" id="{778374B3-E903-E872-2AAC-54F29A88B0C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 name="Group 1">
            <a:extLst>
              <a:ext uri="{FF2B5EF4-FFF2-40B4-BE49-F238E27FC236}">
                <a16:creationId xmlns:a16="http://schemas.microsoft.com/office/drawing/2014/main" id="{D3903B4D-B024-1F79-8345-E98D422FB58F}"/>
              </a:ext>
            </a:extLst>
          </p:cNvPr>
          <p:cNvGrpSpPr/>
          <p:nvPr/>
        </p:nvGrpSpPr>
        <p:grpSpPr>
          <a:xfrm>
            <a:off x="407047" y="6933055"/>
            <a:ext cx="4660490" cy="1525145"/>
            <a:chOff x="5928853" y="4654689"/>
            <a:chExt cx="4660490" cy="1525145"/>
          </a:xfrm>
        </p:grpSpPr>
        <p:sp>
          <p:nvSpPr>
            <p:cNvPr id="3" name="Rectangle 2">
              <a:extLst>
                <a:ext uri="{FF2B5EF4-FFF2-40B4-BE49-F238E27FC236}">
                  <a16:creationId xmlns:a16="http://schemas.microsoft.com/office/drawing/2014/main" id="{E8E6AF2B-70E9-62BF-F8C4-2A1774D2B154}"/>
                </a:ext>
              </a:extLst>
            </p:cNvPr>
            <p:cNvSpPr/>
            <p:nvPr/>
          </p:nvSpPr>
          <p:spPr>
            <a:xfrm>
              <a:off x="5928853" y="4896465"/>
              <a:ext cx="4660490" cy="1283369"/>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 Box 6">
              <a:extLst>
                <a:ext uri="{FF2B5EF4-FFF2-40B4-BE49-F238E27FC236}">
                  <a16:creationId xmlns:a16="http://schemas.microsoft.com/office/drawing/2014/main" id="{D03D271E-C921-5797-77AC-10F79B26EEB4}"/>
                </a:ext>
              </a:extLst>
            </p:cNvPr>
            <p:cNvSpPr txBox="1">
              <a:spLocks noChangeArrowheads="1"/>
            </p:cNvSpPr>
            <p:nvPr/>
          </p:nvSpPr>
          <p:spPr bwMode="auto">
            <a:xfrm>
              <a:off x="6031144" y="5144863"/>
              <a:ext cx="4491141"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Use settimeout(None).  settimeout(0) will result in changing the socket to non-blocking mode.</a:t>
              </a:r>
            </a:p>
          </p:txBody>
        </p:sp>
        <p:grpSp>
          <p:nvGrpSpPr>
            <p:cNvPr id="10" name="Group 8">
              <a:extLst>
                <a:ext uri="{FF2B5EF4-FFF2-40B4-BE49-F238E27FC236}">
                  <a16:creationId xmlns:a16="http://schemas.microsoft.com/office/drawing/2014/main" id="{42E7C50D-ECC0-A023-0BB4-C5B841A992D7}"/>
                </a:ext>
              </a:extLst>
            </p:cNvPr>
            <p:cNvGrpSpPr>
              <a:grpSpLocks/>
            </p:cNvGrpSpPr>
            <p:nvPr/>
          </p:nvGrpSpPr>
          <p:grpSpPr bwMode="auto">
            <a:xfrm>
              <a:off x="6053940" y="4654689"/>
              <a:ext cx="3876669" cy="476251"/>
              <a:chOff x="-250" y="3795"/>
              <a:chExt cx="2442" cy="300"/>
            </a:xfrm>
          </p:grpSpPr>
          <p:sp>
            <p:nvSpPr>
              <p:cNvPr id="17" name="Rectangle 9">
                <a:extLst>
                  <a:ext uri="{FF2B5EF4-FFF2-40B4-BE49-F238E27FC236}">
                    <a16:creationId xmlns:a16="http://schemas.microsoft.com/office/drawing/2014/main" id="{5BC84BB2-A6C4-5479-EB5B-5634BC0E6866}"/>
                  </a:ext>
                </a:extLst>
              </p:cNvPr>
              <p:cNvSpPr>
                <a:spLocks noChangeArrowheads="1"/>
              </p:cNvSpPr>
              <p:nvPr/>
            </p:nvSpPr>
            <p:spPr bwMode="auto">
              <a:xfrm>
                <a:off x="96" y="3843"/>
                <a:ext cx="116" cy="25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0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10">
                <a:extLst>
                  <a:ext uri="{FF2B5EF4-FFF2-40B4-BE49-F238E27FC236}">
                    <a16:creationId xmlns:a16="http://schemas.microsoft.com/office/drawing/2014/main" id="{1C4EC6AB-2887-7376-1476-1D27BCA57BF8}"/>
                  </a:ext>
                </a:extLst>
              </p:cNvPr>
              <p:cNvSpPr txBox="1">
                <a:spLocks noChangeArrowheads="1"/>
              </p:cNvSpPr>
              <p:nvPr/>
            </p:nvSpPr>
            <p:spPr bwMode="auto">
              <a:xfrm>
                <a:off x="-250" y="3795"/>
                <a:ext cx="2442" cy="2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to remove settimeout()?</a:t>
                </a:r>
              </a:p>
            </p:txBody>
          </p:sp>
        </p:grpSp>
      </p:grpSp>
      <p:grpSp>
        <p:nvGrpSpPr>
          <p:cNvPr id="27" name="Group 26">
            <a:extLst>
              <a:ext uri="{FF2B5EF4-FFF2-40B4-BE49-F238E27FC236}">
                <a16:creationId xmlns:a16="http://schemas.microsoft.com/office/drawing/2014/main" id="{14CC59B4-CBB2-E9F1-9795-A617D31755AA}"/>
              </a:ext>
            </a:extLst>
          </p:cNvPr>
          <p:cNvGrpSpPr/>
          <p:nvPr/>
        </p:nvGrpSpPr>
        <p:grpSpPr>
          <a:xfrm>
            <a:off x="387284" y="1127116"/>
            <a:ext cx="4452422" cy="2594487"/>
            <a:chOff x="387284" y="1121887"/>
            <a:chExt cx="4452422" cy="2594487"/>
          </a:xfrm>
        </p:grpSpPr>
        <p:grpSp>
          <p:nvGrpSpPr>
            <p:cNvPr id="20" name="Group 19">
              <a:extLst>
                <a:ext uri="{FF2B5EF4-FFF2-40B4-BE49-F238E27FC236}">
                  <a16:creationId xmlns:a16="http://schemas.microsoft.com/office/drawing/2014/main" id="{72910DB2-90BF-1EF4-8396-31F93DD3A199}"/>
                </a:ext>
              </a:extLst>
            </p:cNvPr>
            <p:cNvGrpSpPr/>
            <p:nvPr/>
          </p:nvGrpSpPr>
          <p:grpSpPr>
            <a:xfrm>
              <a:off x="387284" y="1145894"/>
              <a:ext cx="4452422" cy="2570480"/>
              <a:chOff x="6013233" y="4746687"/>
              <a:chExt cx="4452422" cy="1945077"/>
            </a:xfrm>
          </p:grpSpPr>
          <p:sp>
            <p:nvSpPr>
              <p:cNvPr id="21" name="Rectangle 20">
                <a:extLst>
                  <a:ext uri="{FF2B5EF4-FFF2-40B4-BE49-F238E27FC236}">
                    <a16:creationId xmlns:a16="http://schemas.microsoft.com/office/drawing/2014/main" id="{FEDFD96B-2156-2FEE-018F-EC5FC178CB92}"/>
                  </a:ext>
                </a:extLst>
              </p:cNvPr>
              <p:cNvSpPr/>
              <p:nvPr/>
            </p:nvSpPr>
            <p:spPr>
              <a:xfrm>
                <a:off x="6013233" y="4896464"/>
                <a:ext cx="4452422" cy="1795300"/>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 Box 6">
                <a:extLst>
                  <a:ext uri="{FF2B5EF4-FFF2-40B4-BE49-F238E27FC236}">
                    <a16:creationId xmlns:a16="http://schemas.microsoft.com/office/drawing/2014/main" id="{6AF14F12-F928-1738-6490-5907854B07F4}"/>
                  </a:ext>
                </a:extLst>
              </p:cNvPr>
              <p:cNvSpPr txBox="1">
                <a:spLocks noChangeArrowheads="1"/>
              </p:cNvSpPr>
              <p:nvPr/>
            </p:nvSpPr>
            <p:spPr bwMode="auto">
              <a:xfrm>
                <a:off x="6191477" y="5016566"/>
                <a:ext cx="4217998" cy="165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 shepherd boy tends his master’s sheep.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If he sees a wolf, he can send a message to villagers for help using a TCP socket.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The boy found it fun to connect to the server without sending any messages. But the villagers don’t think so.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they decided that if the boy connects to the server and doesn’t send the wolf location </a:t>
                </a:r>
                <a:r>
                  <a:rPr kumimoji="0" lang="en-US" altLang="en-US" sz="1600" b="1" i="0" u="none" strike="noStrike" kern="1200" cap="none" spc="0" normalizeH="0" baseline="0" noProof="0" dirty="0">
                    <a:ln>
                      <a:noFill/>
                    </a:ln>
                    <a:solidFill>
                      <a:srgbClr val="002060"/>
                    </a:solidFill>
                    <a:effectLst/>
                    <a:uLnTx/>
                    <a:uFillTx/>
                    <a:latin typeface="Calibri" panose="020F0502020204030204"/>
                    <a:ea typeface="ＭＳ Ｐゴシック" panose="020B0600070205080204" pitchFamily="34" charset="-128"/>
                    <a:cs typeface="+mn-cs"/>
                  </a:rPr>
                  <a:t>within 10 seconds for three times</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they will </a:t>
                </a:r>
                <a:r>
                  <a:rPr kumimoji="0" lang="en-US" altLang="en-US" sz="16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stop listening</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him forever and ever.</a:t>
                </a:r>
              </a:p>
            </p:txBody>
          </p:sp>
          <p:sp>
            <p:nvSpPr>
              <p:cNvPr id="26" name="Text Box 10">
                <a:extLst>
                  <a:ext uri="{FF2B5EF4-FFF2-40B4-BE49-F238E27FC236}">
                    <a16:creationId xmlns:a16="http://schemas.microsoft.com/office/drawing/2014/main" id="{E5DB9E53-4CB0-2F89-D0C5-90E8102D72FA}"/>
                  </a:ext>
                </a:extLst>
              </p:cNvPr>
              <p:cNvSpPr txBox="1">
                <a:spLocks noChangeArrowheads="1"/>
              </p:cNvSpPr>
              <p:nvPr/>
            </p:nvSpPr>
            <p:spPr bwMode="auto">
              <a:xfrm>
                <a:off x="6059534" y="4746687"/>
                <a:ext cx="1482646" cy="3263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Toy Example:</a:t>
                </a:r>
              </a:p>
            </p:txBody>
          </p:sp>
        </p:grpSp>
        <p:pic>
          <p:nvPicPr>
            <p:cNvPr id="1030" name="Picture 6">
              <a:extLst>
                <a:ext uri="{FF2B5EF4-FFF2-40B4-BE49-F238E27FC236}">
                  <a16:creationId xmlns:a16="http://schemas.microsoft.com/office/drawing/2014/main" id="{7A9EF232-FAF8-E94F-A0F6-88CE63AD29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7637" y="1121887"/>
              <a:ext cx="539484" cy="53948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048025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dissolv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117</a:t>
            </a:fld>
            <a:endParaRPr lang="en-US"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r>
              <a:rPr lang="en-US" altLang="en-US" b="1" dirty="0">
                <a:latin typeface="Courier New" panose="02070309020205020404" pitchFamily="49" charset="0"/>
              </a:rPr>
              <a:t>     </a:t>
            </a:r>
            <a:r>
              <a:rPr lang="en-US" altLang="en-US" sz="2200" b="1" dirty="0">
                <a:latin typeface="Courier New" panose="02070309020205020404" pitchFamily="49" charset="0"/>
              </a:rPr>
              <a:t>S: 220 hamburger.edu </a:t>
            </a:r>
          </a:p>
          <a:p>
            <a:pPr>
              <a:spcBef>
                <a:spcPct val="0"/>
              </a:spcBef>
              <a:buClrTx/>
              <a:buSzTx/>
              <a:buFontTx/>
              <a:buNone/>
            </a:pPr>
            <a:r>
              <a:rPr lang="en-US" altLang="en-US" sz="2200" b="1" dirty="0">
                <a:latin typeface="Courier New" panose="02070309020205020404" pitchFamily="49" charset="0"/>
              </a:rPr>
              <a:t>     C: HELO crepes.fr </a:t>
            </a:r>
          </a:p>
          <a:p>
            <a:pPr>
              <a:spcBef>
                <a:spcPct val="0"/>
              </a:spcBef>
              <a:buClrTx/>
              <a:buSzTx/>
              <a:buFontTx/>
              <a:buNone/>
            </a:pPr>
            <a:r>
              <a:rPr lang="en-US" altLang="en-US" sz="2200" b="1" dirty="0">
                <a:latin typeface="Courier New" panose="02070309020205020404" pitchFamily="49" charset="0"/>
              </a:rPr>
              <a:t>     S: 250  Hello crepes.fr, pleased to meet you </a:t>
            </a:r>
          </a:p>
          <a:p>
            <a:pPr>
              <a:spcBef>
                <a:spcPct val="0"/>
              </a:spcBef>
              <a:buClrTx/>
              <a:buSzTx/>
              <a:buFontTx/>
              <a:buNone/>
            </a:pPr>
            <a:r>
              <a:rPr lang="en-US" altLang="en-US" sz="2200" b="1" dirty="0">
                <a:latin typeface="Courier New" panose="02070309020205020404" pitchFamily="49" charset="0"/>
              </a:rPr>
              <a:t>     C: MAIL FROM: &lt;alice@crepes.fr&gt; </a:t>
            </a:r>
          </a:p>
          <a:p>
            <a:pPr>
              <a:spcBef>
                <a:spcPct val="0"/>
              </a:spcBef>
              <a:buClrTx/>
              <a:buSzTx/>
              <a:buFontTx/>
              <a:buNone/>
            </a:pPr>
            <a:r>
              <a:rPr lang="en-US" altLang="en-US" sz="2200" b="1" dirty="0">
                <a:latin typeface="Courier New" panose="02070309020205020404" pitchFamily="49" charset="0"/>
              </a:rPr>
              <a:t>     S: 250 alice@crepes.fr... Sender ok </a:t>
            </a:r>
          </a:p>
          <a:p>
            <a:pPr>
              <a:spcBef>
                <a:spcPct val="0"/>
              </a:spcBef>
              <a:buClrTx/>
              <a:buSzTx/>
              <a:buFontTx/>
              <a:buNone/>
            </a:pPr>
            <a:r>
              <a:rPr lang="en-US" altLang="en-US" sz="2200" b="1" dirty="0">
                <a:latin typeface="Courier New" panose="02070309020205020404" pitchFamily="49" charset="0"/>
              </a:rPr>
              <a:t>     C: RCPT TO: &lt;bob@hamburger.edu&gt; </a:t>
            </a:r>
          </a:p>
          <a:p>
            <a:pPr>
              <a:spcBef>
                <a:spcPct val="0"/>
              </a:spcBef>
              <a:buClrTx/>
              <a:buSzTx/>
              <a:buFontTx/>
              <a:buNone/>
            </a:pPr>
            <a:r>
              <a:rPr lang="en-US" altLang="en-US" sz="2200" b="1" dirty="0">
                <a:latin typeface="Courier New" panose="02070309020205020404" pitchFamily="49" charset="0"/>
              </a:rPr>
              <a:t>     S: 250 bob@hamburger.edu ... Recipient ok </a:t>
            </a:r>
          </a:p>
          <a:p>
            <a:pPr>
              <a:spcBef>
                <a:spcPct val="0"/>
              </a:spcBef>
              <a:buClrTx/>
              <a:buSzTx/>
              <a:buFontTx/>
              <a:buNone/>
            </a:pPr>
            <a:r>
              <a:rPr lang="en-US" altLang="en-US" sz="2200" b="1" dirty="0">
                <a:latin typeface="Courier New" panose="02070309020205020404" pitchFamily="49" charset="0"/>
              </a:rPr>
              <a:t>     C: DATA </a:t>
            </a:r>
          </a:p>
          <a:p>
            <a:pPr>
              <a:spcBef>
                <a:spcPct val="0"/>
              </a:spcBef>
              <a:buClrTx/>
              <a:buSzTx/>
              <a:buFontTx/>
              <a:buNone/>
            </a:pPr>
            <a:r>
              <a:rPr lang="en-US" altLang="en-US" sz="2200" b="1" dirty="0">
                <a:latin typeface="Courier New" panose="02070309020205020404" pitchFamily="49" charset="0"/>
              </a:rPr>
              <a:t>     S: 354 Enter mail, end with "." on a line by itself </a:t>
            </a:r>
          </a:p>
          <a:p>
            <a:pPr>
              <a:spcBef>
                <a:spcPct val="0"/>
              </a:spcBef>
              <a:buClrTx/>
              <a:buSzTx/>
              <a:buFontTx/>
              <a:buNone/>
            </a:pPr>
            <a:r>
              <a:rPr lang="en-US" altLang="en-US" sz="2200" b="1" dirty="0">
                <a:latin typeface="Courier New" panose="02070309020205020404" pitchFamily="49" charset="0"/>
              </a:rPr>
              <a:t>     C: Do you like ketchup? </a:t>
            </a:r>
          </a:p>
          <a:p>
            <a:pPr>
              <a:spcBef>
                <a:spcPct val="0"/>
              </a:spcBef>
              <a:buClrTx/>
              <a:buSzTx/>
              <a:buFontTx/>
              <a:buNone/>
            </a:pPr>
            <a:r>
              <a:rPr lang="en-US" altLang="en-US" sz="2200" b="1" dirty="0">
                <a:latin typeface="Courier New" panose="02070309020205020404" pitchFamily="49" charset="0"/>
              </a:rPr>
              <a:t>     C: How about pickles? </a:t>
            </a:r>
          </a:p>
          <a:p>
            <a:pPr>
              <a:spcBef>
                <a:spcPct val="0"/>
              </a:spcBef>
              <a:buClrTx/>
              <a:buSzTx/>
              <a:buFontTx/>
              <a:buNone/>
            </a:pPr>
            <a:r>
              <a:rPr lang="en-US" altLang="en-US" sz="2200" b="1" dirty="0">
                <a:latin typeface="Courier New" panose="02070309020205020404" pitchFamily="49" charset="0"/>
              </a:rPr>
              <a:t>     C: . </a:t>
            </a:r>
          </a:p>
          <a:p>
            <a:pPr>
              <a:spcBef>
                <a:spcPct val="0"/>
              </a:spcBef>
              <a:buClrTx/>
              <a:buSzTx/>
              <a:buFontTx/>
              <a:buNone/>
            </a:pPr>
            <a:r>
              <a:rPr lang="en-US" altLang="en-US" sz="2200" b="1" dirty="0">
                <a:latin typeface="Courier New" panose="02070309020205020404" pitchFamily="49" charset="0"/>
              </a:rPr>
              <a:t>     S: 250 Message accepted for delivery </a:t>
            </a:r>
          </a:p>
          <a:p>
            <a:pPr>
              <a:spcBef>
                <a:spcPct val="0"/>
              </a:spcBef>
              <a:buClrTx/>
              <a:buSzTx/>
              <a:buFontTx/>
              <a:buNone/>
            </a:pPr>
            <a:r>
              <a:rPr lang="en-US" altLang="en-US" sz="2200" b="1" dirty="0">
                <a:latin typeface="Courier New" panose="02070309020205020404" pitchFamily="49" charset="0"/>
              </a:rPr>
              <a:t>     C: QUIT </a:t>
            </a:r>
          </a:p>
          <a:p>
            <a:pPr>
              <a:spcBef>
                <a:spcPct val="0"/>
              </a:spcBef>
              <a:buClrTx/>
              <a:buSzTx/>
              <a:buFontTx/>
              <a:buNone/>
            </a:pPr>
            <a:r>
              <a:rPr lang="en-US" altLang="en-US" sz="2200" b="1" dirty="0">
                <a:latin typeface="Courier New" panose="02070309020205020404" pitchFamily="49" charset="0"/>
              </a:rPr>
              <a:t>     S: 221 hamburger.edu closing connection</a:t>
            </a:r>
            <a:endParaRPr lang="en-US" altLang="en-US" sz="2200" dirty="0">
              <a:latin typeface="Times New Roman" panose="02020603050405020304" pitchFamily="18" charset="0"/>
            </a:endParaRPr>
          </a:p>
        </p:txBody>
      </p:sp>
    </p:spTree>
    <p:extLst>
      <p:ext uri="{BB962C8B-B14F-4D97-AF65-F5344CB8AC3E}">
        <p14:creationId xmlns:p14="http://schemas.microsoft.com/office/powerpoint/2010/main" val="421789495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CDN content access: a closer look</a:t>
            </a:r>
          </a:p>
        </p:txBody>
      </p:sp>
      <p:sp>
        <p:nvSpPr>
          <p:cNvPr id="213" name="Freeform 1287">
            <a:extLst>
              <a:ext uri="{FF2B5EF4-FFF2-40B4-BE49-F238E27FC236}">
                <a16:creationId xmlns:a16="http://schemas.microsoft.com/office/drawing/2014/main" id="{228CCD74-01FC-904C-B060-AA03E75751C9}"/>
              </a:ext>
            </a:extLst>
          </p:cNvPr>
          <p:cNvSpPr>
            <a:spLocks/>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dirty="0">
              <a:solidFill>
                <a:srgbClr val="000000"/>
              </a:solidFill>
              <a:latin typeface="Arial" panose="020B0604020202020204" pitchFamily="34" charset="0"/>
              <a:ea typeface="ＭＳ Ｐゴシック" panose="020B0600070205080204" pitchFamily="34" charset="-128"/>
              <a:cs typeface="Arial"/>
            </a:endParaRPr>
          </a:p>
        </p:txBody>
      </p:sp>
      <p:sp>
        <p:nvSpPr>
          <p:cNvPr id="214" name="Freeform 1287">
            <a:extLst>
              <a:ext uri="{FF2B5EF4-FFF2-40B4-BE49-F238E27FC236}">
                <a16:creationId xmlns:a16="http://schemas.microsoft.com/office/drawing/2014/main" id="{DD39A0F8-5ECF-2F47-93D0-7B4020DBC930}"/>
              </a:ext>
            </a:extLst>
          </p:cNvPr>
          <p:cNvSpPr>
            <a:spLocks/>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dirty="0">
              <a:solidFill>
                <a:srgbClr val="000000"/>
              </a:solidFill>
              <a:latin typeface="Arial" panose="020B0604020202020204" pitchFamily="34" charset="0"/>
              <a:ea typeface="ＭＳ Ｐゴシック" panose="020B0600070205080204" pitchFamily="34" charset="-128"/>
              <a:cs typeface="Arial"/>
            </a:endParaRPr>
          </a:p>
        </p:txBody>
      </p:sp>
      <p:grpSp>
        <p:nvGrpSpPr>
          <p:cNvPr id="215" name="Group 249">
            <a:extLst>
              <a:ext uri="{FF2B5EF4-FFF2-40B4-BE49-F238E27FC236}">
                <a16:creationId xmlns:a16="http://schemas.microsoft.com/office/drawing/2014/main" id="{1E28E1B3-4D9E-A943-B1E1-5EA471FAF4B9}"/>
              </a:ext>
            </a:extLst>
          </p:cNvPr>
          <p:cNvGrpSpPr>
            <a:grpSpLocks/>
          </p:cNvGrpSpPr>
          <p:nvPr/>
        </p:nvGrpSpPr>
        <p:grpSpPr bwMode="auto">
          <a:xfrm>
            <a:off x="3766344" y="3952363"/>
            <a:ext cx="460375" cy="638175"/>
            <a:chOff x="4140" y="429"/>
            <a:chExt cx="1425" cy="2396"/>
          </a:xfrm>
        </p:grpSpPr>
        <p:sp>
          <p:nvSpPr>
            <p:cNvPr id="216" name="Freeform 250">
              <a:extLst>
                <a:ext uri="{FF2B5EF4-FFF2-40B4-BE49-F238E27FC236}">
                  <a16:creationId xmlns:a16="http://schemas.microsoft.com/office/drawing/2014/main" id="{B0D9C1C1-8FAC-0A48-AD6D-6708E7F90DD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7" name="Rectangle 251">
              <a:extLst>
                <a:ext uri="{FF2B5EF4-FFF2-40B4-BE49-F238E27FC236}">
                  <a16:creationId xmlns:a16="http://schemas.microsoft.com/office/drawing/2014/main" id="{DAC7A760-CCFF-7C42-91EE-BAAF6449D318}"/>
                </a:ext>
              </a:extLst>
            </p:cNvPr>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18" name="Freeform 252">
              <a:extLst>
                <a:ext uri="{FF2B5EF4-FFF2-40B4-BE49-F238E27FC236}">
                  <a16:creationId xmlns:a16="http://schemas.microsoft.com/office/drawing/2014/main" id="{C8AF8725-E2C6-494E-ABB0-0D8887CD3ED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9" name="Freeform 253">
              <a:extLst>
                <a:ext uri="{FF2B5EF4-FFF2-40B4-BE49-F238E27FC236}">
                  <a16:creationId xmlns:a16="http://schemas.microsoft.com/office/drawing/2014/main" id="{23A96641-AC09-3A47-A92E-5071632BFC1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0" name="Rectangle 254">
              <a:extLst>
                <a:ext uri="{FF2B5EF4-FFF2-40B4-BE49-F238E27FC236}">
                  <a16:creationId xmlns:a16="http://schemas.microsoft.com/office/drawing/2014/main" id="{B3EFAE35-A0C9-1D47-B5F7-279023A949A3}"/>
                </a:ext>
              </a:extLst>
            </p:cNvPr>
            <p:cNvSpPr>
              <a:spLocks noChangeArrowheads="1"/>
            </p:cNvSpPr>
            <p:nvPr/>
          </p:nvSpPr>
          <p:spPr bwMode="auto">
            <a:xfrm>
              <a:off x="4214" y="691"/>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1" name="Group 255">
              <a:extLst>
                <a:ext uri="{FF2B5EF4-FFF2-40B4-BE49-F238E27FC236}">
                  <a16:creationId xmlns:a16="http://schemas.microsoft.com/office/drawing/2014/main" id="{68039A40-835E-0340-B938-17D55C18DC90}"/>
                </a:ext>
              </a:extLst>
            </p:cNvPr>
            <p:cNvGrpSpPr>
              <a:grpSpLocks/>
            </p:cNvGrpSpPr>
            <p:nvPr/>
          </p:nvGrpSpPr>
          <p:grpSpPr bwMode="auto">
            <a:xfrm>
              <a:off x="4749" y="668"/>
              <a:ext cx="581" cy="145"/>
              <a:chOff x="614" y="2568"/>
              <a:chExt cx="725" cy="139"/>
            </a:xfrm>
          </p:grpSpPr>
          <p:sp>
            <p:nvSpPr>
              <p:cNvPr id="246" name="AutoShape 256">
                <a:extLst>
                  <a:ext uri="{FF2B5EF4-FFF2-40B4-BE49-F238E27FC236}">
                    <a16:creationId xmlns:a16="http://schemas.microsoft.com/office/drawing/2014/main" id="{249C7189-FC73-E443-8DC7-BD883F218B49}"/>
                  </a:ext>
                </a:extLst>
              </p:cNvPr>
              <p:cNvSpPr>
                <a:spLocks noChangeArrowheads="1"/>
              </p:cNvSpPr>
              <p:nvPr/>
            </p:nvSpPr>
            <p:spPr bwMode="auto">
              <a:xfrm>
                <a:off x="614" y="2567"/>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7" name="AutoShape 257">
                <a:extLst>
                  <a:ext uri="{FF2B5EF4-FFF2-40B4-BE49-F238E27FC236}">
                    <a16:creationId xmlns:a16="http://schemas.microsoft.com/office/drawing/2014/main" id="{40E18D47-6D3F-6747-BC54-E8874F259F1D}"/>
                  </a:ext>
                </a:extLst>
              </p:cNvPr>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2" name="Rectangle 258">
              <a:extLst>
                <a:ext uri="{FF2B5EF4-FFF2-40B4-BE49-F238E27FC236}">
                  <a16:creationId xmlns:a16="http://schemas.microsoft.com/office/drawing/2014/main" id="{245C5FA1-1E9F-C840-85BB-E63FB62AA616}"/>
                </a:ext>
              </a:extLst>
            </p:cNvPr>
            <p:cNvSpPr>
              <a:spLocks noChangeArrowheads="1"/>
            </p:cNvSpPr>
            <p:nvPr/>
          </p:nvSpPr>
          <p:spPr bwMode="auto">
            <a:xfrm>
              <a:off x="4224" y="101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3" name="Group 259">
              <a:extLst>
                <a:ext uri="{FF2B5EF4-FFF2-40B4-BE49-F238E27FC236}">
                  <a16:creationId xmlns:a16="http://schemas.microsoft.com/office/drawing/2014/main" id="{2F90DA4E-89FF-3440-9531-562077350B71}"/>
                </a:ext>
              </a:extLst>
            </p:cNvPr>
            <p:cNvGrpSpPr>
              <a:grpSpLocks/>
            </p:cNvGrpSpPr>
            <p:nvPr/>
          </p:nvGrpSpPr>
          <p:grpSpPr bwMode="auto">
            <a:xfrm>
              <a:off x="4747" y="994"/>
              <a:ext cx="581" cy="134"/>
              <a:chOff x="614" y="2568"/>
              <a:chExt cx="725" cy="139"/>
            </a:xfrm>
          </p:grpSpPr>
          <p:sp>
            <p:nvSpPr>
              <p:cNvPr id="244" name="AutoShape 260">
                <a:extLst>
                  <a:ext uri="{FF2B5EF4-FFF2-40B4-BE49-F238E27FC236}">
                    <a16:creationId xmlns:a16="http://schemas.microsoft.com/office/drawing/2014/main" id="{13ACC81D-1647-C64F-BB80-11A9441DD9C7}"/>
                  </a:ext>
                </a:extLst>
              </p:cNvPr>
              <p:cNvSpPr>
                <a:spLocks noChangeArrowheads="1"/>
              </p:cNvSpPr>
              <p:nvPr/>
            </p:nvSpPr>
            <p:spPr bwMode="auto">
              <a:xfrm>
                <a:off x="617" y="2569"/>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5" name="AutoShape 261">
                <a:extLst>
                  <a:ext uri="{FF2B5EF4-FFF2-40B4-BE49-F238E27FC236}">
                    <a16:creationId xmlns:a16="http://schemas.microsoft.com/office/drawing/2014/main" id="{B468F355-53FD-9248-9060-88BC3C7DE52F}"/>
                  </a:ext>
                </a:extLst>
              </p:cNvPr>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4" name="Rectangle 262">
              <a:extLst>
                <a:ext uri="{FF2B5EF4-FFF2-40B4-BE49-F238E27FC236}">
                  <a16:creationId xmlns:a16="http://schemas.microsoft.com/office/drawing/2014/main" id="{042D7781-9DC2-5644-B21D-1DB42688C481}"/>
                </a:ext>
              </a:extLst>
            </p:cNvPr>
            <p:cNvSpPr>
              <a:spLocks noChangeArrowheads="1"/>
            </p:cNvSpPr>
            <p:nvPr/>
          </p:nvSpPr>
          <p:spPr bwMode="auto">
            <a:xfrm>
              <a:off x="4219" y="135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25" name="Rectangle 263">
              <a:extLst>
                <a:ext uri="{FF2B5EF4-FFF2-40B4-BE49-F238E27FC236}">
                  <a16:creationId xmlns:a16="http://schemas.microsoft.com/office/drawing/2014/main" id="{0B618EE3-4DAD-B749-84AF-332004E10A6B}"/>
                </a:ext>
              </a:extLst>
            </p:cNvPr>
            <p:cNvSpPr>
              <a:spLocks noChangeArrowheads="1"/>
            </p:cNvSpPr>
            <p:nvPr/>
          </p:nvSpPr>
          <p:spPr bwMode="auto">
            <a:xfrm>
              <a:off x="4228" y="1657"/>
              <a:ext cx="595"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6" name="Group 264">
              <a:extLst>
                <a:ext uri="{FF2B5EF4-FFF2-40B4-BE49-F238E27FC236}">
                  <a16:creationId xmlns:a16="http://schemas.microsoft.com/office/drawing/2014/main" id="{C4B725EE-5DAE-6E4F-9150-DA20C82CD7A4}"/>
                </a:ext>
              </a:extLst>
            </p:cNvPr>
            <p:cNvGrpSpPr>
              <a:grpSpLocks/>
            </p:cNvGrpSpPr>
            <p:nvPr/>
          </p:nvGrpSpPr>
          <p:grpSpPr bwMode="auto">
            <a:xfrm>
              <a:off x="4735" y="1627"/>
              <a:ext cx="582" cy="151"/>
              <a:chOff x="614" y="2568"/>
              <a:chExt cx="725" cy="139"/>
            </a:xfrm>
          </p:grpSpPr>
          <p:sp>
            <p:nvSpPr>
              <p:cNvPr id="242" name="AutoShape 265">
                <a:extLst>
                  <a:ext uri="{FF2B5EF4-FFF2-40B4-BE49-F238E27FC236}">
                    <a16:creationId xmlns:a16="http://schemas.microsoft.com/office/drawing/2014/main" id="{AC19035F-EAE8-9B48-AA40-95279E029417}"/>
                  </a:ext>
                </a:extLst>
              </p:cNvPr>
              <p:cNvSpPr>
                <a:spLocks noChangeArrowheads="1"/>
              </p:cNvSpPr>
              <p:nvPr/>
            </p:nvSpPr>
            <p:spPr bwMode="auto">
              <a:xfrm>
                <a:off x="613" y="2568"/>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3" name="AutoShape 266">
                <a:extLst>
                  <a:ext uri="{FF2B5EF4-FFF2-40B4-BE49-F238E27FC236}">
                    <a16:creationId xmlns:a16="http://schemas.microsoft.com/office/drawing/2014/main" id="{B10DB91C-D914-5347-A02D-C517AB629C4D}"/>
                  </a:ext>
                </a:extLst>
              </p:cNvPr>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7" name="Freeform 267">
              <a:extLst>
                <a:ext uri="{FF2B5EF4-FFF2-40B4-BE49-F238E27FC236}">
                  <a16:creationId xmlns:a16="http://schemas.microsoft.com/office/drawing/2014/main" id="{E6ABFAC0-3373-E547-96E5-C4BE7E6DB0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28" name="Group 268">
              <a:extLst>
                <a:ext uri="{FF2B5EF4-FFF2-40B4-BE49-F238E27FC236}">
                  <a16:creationId xmlns:a16="http://schemas.microsoft.com/office/drawing/2014/main" id="{B68863D9-7CA6-1F40-B157-3E831A3E559C}"/>
                </a:ext>
              </a:extLst>
            </p:cNvPr>
            <p:cNvGrpSpPr>
              <a:grpSpLocks/>
            </p:cNvGrpSpPr>
            <p:nvPr/>
          </p:nvGrpSpPr>
          <p:grpSpPr bwMode="auto">
            <a:xfrm>
              <a:off x="4739" y="1327"/>
              <a:ext cx="582" cy="139"/>
              <a:chOff x="614" y="2568"/>
              <a:chExt cx="725" cy="139"/>
            </a:xfrm>
          </p:grpSpPr>
          <p:sp>
            <p:nvSpPr>
              <p:cNvPr id="240" name="AutoShape 269">
                <a:extLst>
                  <a:ext uri="{FF2B5EF4-FFF2-40B4-BE49-F238E27FC236}">
                    <a16:creationId xmlns:a16="http://schemas.microsoft.com/office/drawing/2014/main" id="{5D280D8D-AF52-5C4E-9287-CAF0D456242A}"/>
                  </a:ext>
                </a:extLst>
              </p:cNvPr>
              <p:cNvSpPr>
                <a:spLocks noChangeArrowheads="1"/>
              </p:cNvSpPr>
              <p:nvPr/>
            </p:nvSpPr>
            <p:spPr bwMode="auto">
              <a:xfrm>
                <a:off x="615" y="2570"/>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1" name="AutoShape 270">
                <a:extLst>
                  <a:ext uri="{FF2B5EF4-FFF2-40B4-BE49-F238E27FC236}">
                    <a16:creationId xmlns:a16="http://schemas.microsoft.com/office/drawing/2014/main" id="{7BC00C41-C1EB-054A-9650-78749FC9935F}"/>
                  </a:ext>
                </a:extLst>
              </p:cNvPr>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9" name="Rectangle 271">
              <a:extLst>
                <a:ext uri="{FF2B5EF4-FFF2-40B4-BE49-F238E27FC236}">
                  <a16:creationId xmlns:a16="http://schemas.microsoft.com/office/drawing/2014/main" id="{32CECF9C-1571-A642-81E2-7933F17255D0}"/>
                </a:ext>
              </a:extLst>
            </p:cNvPr>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0" name="Freeform 272">
              <a:extLst>
                <a:ext uri="{FF2B5EF4-FFF2-40B4-BE49-F238E27FC236}">
                  <a16:creationId xmlns:a16="http://schemas.microsoft.com/office/drawing/2014/main" id="{8E8B7CD2-AF81-DD4E-8787-A545048B6BA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1" name="Freeform 273">
              <a:extLst>
                <a:ext uri="{FF2B5EF4-FFF2-40B4-BE49-F238E27FC236}">
                  <a16:creationId xmlns:a16="http://schemas.microsoft.com/office/drawing/2014/main" id="{1E646304-4EED-1843-9F3F-47A48A8FD0F5}"/>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2" name="Oval 274">
              <a:extLst>
                <a:ext uri="{FF2B5EF4-FFF2-40B4-BE49-F238E27FC236}">
                  <a16:creationId xmlns:a16="http://schemas.microsoft.com/office/drawing/2014/main" id="{620CB649-F6F4-8A43-935D-6695055764C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3" name="Freeform 275">
              <a:extLst>
                <a:ext uri="{FF2B5EF4-FFF2-40B4-BE49-F238E27FC236}">
                  <a16:creationId xmlns:a16="http://schemas.microsoft.com/office/drawing/2014/main" id="{BC7A52A7-E812-0E42-A705-24BD8B03C51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4" name="AutoShape 276">
              <a:extLst>
                <a:ext uri="{FF2B5EF4-FFF2-40B4-BE49-F238E27FC236}">
                  <a16:creationId xmlns:a16="http://schemas.microsoft.com/office/drawing/2014/main" id="{B321EED6-EE0E-A949-8544-120BF8ADFE6F}"/>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5" name="AutoShape 277">
              <a:extLst>
                <a:ext uri="{FF2B5EF4-FFF2-40B4-BE49-F238E27FC236}">
                  <a16:creationId xmlns:a16="http://schemas.microsoft.com/office/drawing/2014/main" id="{D0810544-9A32-2149-9609-08A26E0DD5B8}"/>
                </a:ext>
              </a:extLst>
            </p:cNvPr>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6" name="Oval 278">
              <a:extLst>
                <a:ext uri="{FF2B5EF4-FFF2-40B4-BE49-F238E27FC236}">
                  <a16:creationId xmlns:a16="http://schemas.microsoft.com/office/drawing/2014/main" id="{F98A990D-410A-FE4B-BC5E-7CB969982A13}"/>
                </a:ext>
              </a:extLst>
            </p:cNvPr>
            <p:cNvSpPr>
              <a:spLocks noChangeArrowheads="1"/>
            </p:cNvSpPr>
            <p:nvPr/>
          </p:nvSpPr>
          <p:spPr bwMode="auto">
            <a:xfrm>
              <a:off x="4307" y="2384"/>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7" name="Oval 279">
              <a:extLst>
                <a:ext uri="{FF2B5EF4-FFF2-40B4-BE49-F238E27FC236}">
                  <a16:creationId xmlns:a16="http://schemas.microsoft.com/office/drawing/2014/main" id="{AD5314C5-5CBD-3A4D-9223-169513F32FDB}"/>
                </a:ext>
              </a:extLst>
            </p:cNvPr>
            <p:cNvSpPr>
              <a:spLocks noChangeArrowheads="1"/>
            </p:cNvSpPr>
            <p:nvPr/>
          </p:nvSpPr>
          <p:spPr bwMode="auto">
            <a:xfrm>
              <a:off x="4484" y="2384"/>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238" name="Oval 280">
              <a:extLst>
                <a:ext uri="{FF2B5EF4-FFF2-40B4-BE49-F238E27FC236}">
                  <a16:creationId xmlns:a16="http://schemas.microsoft.com/office/drawing/2014/main" id="{BC1AFB28-3591-674E-B2FB-C6E6F4A79641}"/>
                </a:ext>
              </a:extLst>
            </p:cNvPr>
            <p:cNvSpPr>
              <a:spLocks noChangeArrowheads="1"/>
            </p:cNvSpPr>
            <p:nvPr/>
          </p:nvSpPr>
          <p:spPr bwMode="auto">
            <a:xfrm>
              <a:off x="4661" y="2378"/>
              <a:ext cx="157"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9" name="Rectangle 281">
              <a:extLst>
                <a:ext uri="{FF2B5EF4-FFF2-40B4-BE49-F238E27FC236}">
                  <a16:creationId xmlns:a16="http://schemas.microsoft.com/office/drawing/2014/main" id="{9AA63860-49E0-5B40-AD32-93E326DDE048}"/>
                </a:ext>
              </a:extLst>
            </p:cNvPr>
            <p:cNvSpPr>
              <a:spLocks noChangeArrowheads="1"/>
            </p:cNvSpPr>
            <p:nvPr/>
          </p:nvSpPr>
          <p:spPr bwMode="auto">
            <a:xfrm>
              <a:off x="5064" y="1836"/>
              <a:ext cx="84"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48" name="TextBox 4">
            <a:extLst>
              <a:ext uri="{FF2B5EF4-FFF2-40B4-BE49-F238E27FC236}">
                <a16:creationId xmlns:a16="http://schemas.microsoft.com/office/drawing/2014/main" id="{43038291-F1F7-1A42-ACD1-CDB68EE3A65A}"/>
              </a:ext>
            </a:extLst>
          </p:cNvPr>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netcinema.com</a:t>
            </a:r>
            <a:endParaRPr lang="en-US" altLang="en-US" sz="1800" i="1" dirty="0">
              <a:solidFill>
                <a:srgbClr val="000000"/>
              </a:solidFill>
              <a:latin typeface="Arial Narrow" panose="020B0604020202020204" pitchFamily="34" charset="0"/>
              <a:cs typeface="Arial"/>
            </a:endParaRPr>
          </a:p>
        </p:txBody>
      </p:sp>
      <p:grpSp>
        <p:nvGrpSpPr>
          <p:cNvPr id="249" name="Group 542">
            <a:extLst>
              <a:ext uri="{FF2B5EF4-FFF2-40B4-BE49-F238E27FC236}">
                <a16:creationId xmlns:a16="http://schemas.microsoft.com/office/drawing/2014/main" id="{D7F4074B-738E-E04D-BB9A-973C0D741E61}"/>
              </a:ext>
            </a:extLst>
          </p:cNvPr>
          <p:cNvGrpSpPr>
            <a:grpSpLocks/>
          </p:cNvGrpSpPr>
          <p:nvPr/>
        </p:nvGrpSpPr>
        <p:grpSpPr bwMode="auto">
          <a:xfrm>
            <a:off x="5838031" y="2339463"/>
            <a:ext cx="963613" cy="835025"/>
            <a:chOff x="-44" y="1473"/>
            <a:chExt cx="981" cy="1105"/>
          </a:xfrm>
        </p:grpSpPr>
        <p:pic>
          <p:nvPicPr>
            <p:cNvPr id="250" name="Picture 529" descr="desktop_computer_stylized_medium">
              <a:extLst>
                <a:ext uri="{FF2B5EF4-FFF2-40B4-BE49-F238E27FC236}">
                  <a16:creationId xmlns:a16="http://schemas.microsoft.com/office/drawing/2014/main" id="{2A6C663B-7C36-D94A-AC3F-30EDA46B17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a:extLst>
                <a:ext uri="{FF2B5EF4-FFF2-40B4-BE49-F238E27FC236}">
                  <a16:creationId xmlns:a16="http://schemas.microsoft.com/office/drawing/2014/main" id="{AE86A2A4-31AC-8445-9142-88A7A7F1DB3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52" name="Group 249">
            <a:extLst>
              <a:ext uri="{FF2B5EF4-FFF2-40B4-BE49-F238E27FC236}">
                <a16:creationId xmlns:a16="http://schemas.microsoft.com/office/drawing/2014/main" id="{82ABC91D-87DE-B041-A782-A21966C399FD}"/>
              </a:ext>
            </a:extLst>
          </p:cNvPr>
          <p:cNvGrpSpPr>
            <a:grpSpLocks/>
          </p:cNvGrpSpPr>
          <p:nvPr/>
        </p:nvGrpSpPr>
        <p:grpSpPr bwMode="auto">
          <a:xfrm>
            <a:off x="6063456" y="5498588"/>
            <a:ext cx="377825" cy="636588"/>
            <a:chOff x="4140" y="429"/>
            <a:chExt cx="1425" cy="2396"/>
          </a:xfrm>
        </p:grpSpPr>
        <p:sp>
          <p:nvSpPr>
            <p:cNvPr id="253" name="Freeform 250">
              <a:extLst>
                <a:ext uri="{FF2B5EF4-FFF2-40B4-BE49-F238E27FC236}">
                  <a16:creationId xmlns:a16="http://schemas.microsoft.com/office/drawing/2014/main" id="{B6336992-84F9-E544-B0FB-296D46A4DAC1}"/>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Rectangle 251">
              <a:extLst>
                <a:ext uri="{FF2B5EF4-FFF2-40B4-BE49-F238E27FC236}">
                  <a16:creationId xmlns:a16="http://schemas.microsoft.com/office/drawing/2014/main" id="{78BCEE24-1761-5249-A6B5-7D3A5F9FE85F}"/>
                </a:ext>
              </a:extLst>
            </p:cNvPr>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55" name="Freeform 252">
              <a:extLst>
                <a:ext uri="{FF2B5EF4-FFF2-40B4-BE49-F238E27FC236}">
                  <a16:creationId xmlns:a16="http://schemas.microsoft.com/office/drawing/2014/main" id="{E1E6866E-9944-0444-9CD1-0E53EDF6360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6" name="Freeform 253">
              <a:extLst>
                <a:ext uri="{FF2B5EF4-FFF2-40B4-BE49-F238E27FC236}">
                  <a16:creationId xmlns:a16="http://schemas.microsoft.com/office/drawing/2014/main" id="{E3EF6613-0BD2-D74B-8ACD-793D2311E4B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254">
              <a:extLst>
                <a:ext uri="{FF2B5EF4-FFF2-40B4-BE49-F238E27FC236}">
                  <a16:creationId xmlns:a16="http://schemas.microsoft.com/office/drawing/2014/main" id="{1B5607A8-8192-EE41-AA98-1FD760062E5F}"/>
                </a:ext>
              </a:extLst>
            </p:cNvPr>
            <p:cNvSpPr>
              <a:spLocks noChangeArrowheads="1"/>
            </p:cNvSpPr>
            <p:nvPr/>
          </p:nvSpPr>
          <p:spPr bwMode="auto">
            <a:xfrm>
              <a:off x="4212" y="692"/>
              <a:ext cx="599"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58" name="Group 255">
              <a:extLst>
                <a:ext uri="{FF2B5EF4-FFF2-40B4-BE49-F238E27FC236}">
                  <a16:creationId xmlns:a16="http://schemas.microsoft.com/office/drawing/2014/main" id="{E598C917-5DAC-A74C-BC38-F38609D83A32}"/>
                </a:ext>
              </a:extLst>
            </p:cNvPr>
            <p:cNvGrpSpPr>
              <a:grpSpLocks/>
            </p:cNvGrpSpPr>
            <p:nvPr/>
          </p:nvGrpSpPr>
          <p:grpSpPr bwMode="auto">
            <a:xfrm>
              <a:off x="4749" y="668"/>
              <a:ext cx="581" cy="145"/>
              <a:chOff x="614" y="2568"/>
              <a:chExt cx="725" cy="139"/>
            </a:xfrm>
          </p:grpSpPr>
          <p:sp>
            <p:nvSpPr>
              <p:cNvPr id="283" name="AutoShape 256">
                <a:extLst>
                  <a:ext uri="{FF2B5EF4-FFF2-40B4-BE49-F238E27FC236}">
                    <a16:creationId xmlns:a16="http://schemas.microsoft.com/office/drawing/2014/main" id="{2D4A9DE9-605D-B44A-B42D-8B8FD41D2053}"/>
                  </a:ext>
                </a:extLst>
              </p:cNvPr>
              <p:cNvSpPr>
                <a:spLocks noChangeArrowheads="1"/>
              </p:cNvSpPr>
              <p:nvPr/>
            </p:nvSpPr>
            <p:spPr bwMode="auto">
              <a:xfrm>
                <a:off x="616"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4" name="AutoShape 257">
                <a:extLst>
                  <a:ext uri="{FF2B5EF4-FFF2-40B4-BE49-F238E27FC236}">
                    <a16:creationId xmlns:a16="http://schemas.microsoft.com/office/drawing/2014/main" id="{8DAEE46A-91B5-1542-A2A3-0A73FBAA6641}"/>
                  </a:ext>
                </a:extLst>
              </p:cNvPr>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59" name="Rectangle 258">
              <a:extLst>
                <a:ext uri="{FF2B5EF4-FFF2-40B4-BE49-F238E27FC236}">
                  <a16:creationId xmlns:a16="http://schemas.microsoft.com/office/drawing/2014/main" id="{9EDC076A-0334-1747-B5B3-289ED6DED1AD}"/>
                </a:ext>
              </a:extLst>
            </p:cNvPr>
            <p:cNvSpPr>
              <a:spLocks noChangeArrowheads="1"/>
            </p:cNvSpPr>
            <p:nvPr/>
          </p:nvSpPr>
          <p:spPr bwMode="auto">
            <a:xfrm>
              <a:off x="4224" y="1021"/>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60" name="Group 259">
              <a:extLst>
                <a:ext uri="{FF2B5EF4-FFF2-40B4-BE49-F238E27FC236}">
                  <a16:creationId xmlns:a16="http://schemas.microsoft.com/office/drawing/2014/main" id="{32C9426B-BB9B-B047-A067-588E765FD199}"/>
                </a:ext>
              </a:extLst>
            </p:cNvPr>
            <p:cNvGrpSpPr>
              <a:grpSpLocks/>
            </p:cNvGrpSpPr>
            <p:nvPr/>
          </p:nvGrpSpPr>
          <p:grpSpPr bwMode="auto">
            <a:xfrm>
              <a:off x="4747" y="994"/>
              <a:ext cx="581" cy="134"/>
              <a:chOff x="614" y="2568"/>
              <a:chExt cx="725" cy="139"/>
            </a:xfrm>
          </p:grpSpPr>
          <p:sp>
            <p:nvSpPr>
              <p:cNvPr id="281" name="AutoShape 260">
                <a:extLst>
                  <a:ext uri="{FF2B5EF4-FFF2-40B4-BE49-F238E27FC236}">
                    <a16:creationId xmlns:a16="http://schemas.microsoft.com/office/drawing/2014/main" id="{56AA5891-245B-2848-B1AE-8078326D82F9}"/>
                  </a:ext>
                </a:extLst>
              </p:cNvPr>
              <p:cNvSpPr>
                <a:spLocks noChangeArrowheads="1"/>
              </p:cNvSpPr>
              <p:nvPr/>
            </p:nvSpPr>
            <p:spPr bwMode="auto">
              <a:xfrm>
                <a:off x="611"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2" name="AutoShape 261">
                <a:extLst>
                  <a:ext uri="{FF2B5EF4-FFF2-40B4-BE49-F238E27FC236}">
                    <a16:creationId xmlns:a16="http://schemas.microsoft.com/office/drawing/2014/main" id="{292C7F6D-C6A8-E340-B353-3D50EC0062AE}"/>
                  </a:ext>
                </a:extLst>
              </p:cNvPr>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1" name="Rectangle 262">
              <a:extLst>
                <a:ext uri="{FF2B5EF4-FFF2-40B4-BE49-F238E27FC236}">
                  <a16:creationId xmlns:a16="http://schemas.microsoft.com/office/drawing/2014/main" id="{9975A542-BD3E-2241-B19C-D5222F89CA45}"/>
                </a:ext>
              </a:extLst>
            </p:cNvPr>
            <p:cNvSpPr>
              <a:spLocks noChangeArrowheads="1"/>
            </p:cNvSpPr>
            <p:nvPr/>
          </p:nvSpPr>
          <p:spPr bwMode="auto">
            <a:xfrm>
              <a:off x="4218" y="1355"/>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62" name="Rectangle 263">
              <a:extLst>
                <a:ext uri="{FF2B5EF4-FFF2-40B4-BE49-F238E27FC236}">
                  <a16:creationId xmlns:a16="http://schemas.microsoft.com/office/drawing/2014/main" id="{131F24C8-1609-3A42-AAF9-A0A55B053001}"/>
                </a:ext>
              </a:extLst>
            </p:cNvPr>
            <p:cNvSpPr>
              <a:spLocks noChangeArrowheads="1"/>
            </p:cNvSpPr>
            <p:nvPr/>
          </p:nvSpPr>
          <p:spPr bwMode="auto">
            <a:xfrm>
              <a:off x="4230" y="1654"/>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63" name="Group 264">
              <a:extLst>
                <a:ext uri="{FF2B5EF4-FFF2-40B4-BE49-F238E27FC236}">
                  <a16:creationId xmlns:a16="http://schemas.microsoft.com/office/drawing/2014/main" id="{DA0BE284-70C5-1D4C-848A-D5B19769AFB3}"/>
                </a:ext>
              </a:extLst>
            </p:cNvPr>
            <p:cNvGrpSpPr>
              <a:grpSpLocks/>
            </p:cNvGrpSpPr>
            <p:nvPr/>
          </p:nvGrpSpPr>
          <p:grpSpPr bwMode="auto">
            <a:xfrm>
              <a:off x="4735" y="1627"/>
              <a:ext cx="582" cy="151"/>
              <a:chOff x="614" y="2568"/>
              <a:chExt cx="725" cy="139"/>
            </a:xfrm>
          </p:grpSpPr>
          <p:sp>
            <p:nvSpPr>
              <p:cNvPr id="279" name="AutoShape 265">
                <a:extLst>
                  <a:ext uri="{FF2B5EF4-FFF2-40B4-BE49-F238E27FC236}">
                    <a16:creationId xmlns:a16="http://schemas.microsoft.com/office/drawing/2014/main" id="{9A10A2CD-C783-EA45-99EF-A15666C761F6}"/>
                  </a:ext>
                </a:extLst>
              </p:cNvPr>
              <p:cNvSpPr>
                <a:spLocks noChangeArrowheads="1"/>
              </p:cNvSpPr>
              <p:nvPr/>
            </p:nvSpPr>
            <p:spPr bwMode="auto">
              <a:xfrm>
                <a:off x="611" y="2576"/>
                <a:ext cx="723"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0" name="AutoShape 266">
                <a:extLst>
                  <a:ext uri="{FF2B5EF4-FFF2-40B4-BE49-F238E27FC236}">
                    <a16:creationId xmlns:a16="http://schemas.microsoft.com/office/drawing/2014/main" id="{81E7871B-7E86-A449-AAC7-B3A4F67D4BA1}"/>
                  </a:ext>
                </a:extLst>
              </p:cNvPr>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4" name="Freeform 267">
              <a:extLst>
                <a:ext uri="{FF2B5EF4-FFF2-40B4-BE49-F238E27FC236}">
                  <a16:creationId xmlns:a16="http://schemas.microsoft.com/office/drawing/2014/main" id="{E2D06767-2AE6-E346-9DEE-2B88952E56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65" name="Group 268">
              <a:extLst>
                <a:ext uri="{FF2B5EF4-FFF2-40B4-BE49-F238E27FC236}">
                  <a16:creationId xmlns:a16="http://schemas.microsoft.com/office/drawing/2014/main" id="{E7E1C562-3799-AF47-BF9B-74E86A5F23DE}"/>
                </a:ext>
              </a:extLst>
            </p:cNvPr>
            <p:cNvGrpSpPr>
              <a:grpSpLocks/>
            </p:cNvGrpSpPr>
            <p:nvPr/>
          </p:nvGrpSpPr>
          <p:grpSpPr bwMode="auto">
            <a:xfrm>
              <a:off x="4739" y="1327"/>
              <a:ext cx="582" cy="139"/>
              <a:chOff x="614" y="2568"/>
              <a:chExt cx="725" cy="139"/>
            </a:xfrm>
          </p:grpSpPr>
          <p:sp>
            <p:nvSpPr>
              <p:cNvPr id="277" name="AutoShape 269">
                <a:extLst>
                  <a:ext uri="{FF2B5EF4-FFF2-40B4-BE49-F238E27FC236}">
                    <a16:creationId xmlns:a16="http://schemas.microsoft.com/office/drawing/2014/main" id="{4F61C04B-F3E6-4D48-BAD6-0EAD3E1F53E5}"/>
                  </a:ext>
                </a:extLst>
              </p:cNvPr>
              <p:cNvSpPr>
                <a:spLocks noChangeArrowheads="1"/>
              </p:cNvSpPr>
              <p:nvPr/>
            </p:nvSpPr>
            <p:spPr bwMode="auto">
              <a:xfrm>
                <a:off x="614"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8" name="AutoShape 270">
                <a:extLst>
                  <a:ext uri="{FF2B5EF4-FFF2-40B4-BE49-F238E27FC236}">
                    <a16:creationId xmlns:a16="http://schemas.microsoft.com/office/drawing/2014/main" id="{513B9CEF-7F6F-5A4F-8216-DE523DCC3F91}"/>
                  </a:ext>
                </a:extLst>
              </p:cNvPr>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6" name="Rectangle 271">
              <a:extLst>
                <a:ext uri="{FF2B5EF4-FFF2-40B4-BE49-F238E27FC236}">
                  <a16:creationId xmlns:a16="http://schemas.microsoft.com/office/drawing/2014/main" id="{E19FAE7C-A4FB-B348-9AE8-F9AEE7389F06}"/>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67" name="Freeform 272">
              <a:extLst>
                <a:ext uri="{FF2B5EF4-FFF2-40B4-BE49-F238E27FC236}">
                  <a16:creationId xmlns:a16="http://schemas.microsoft.com/office/drawing/2014/main" id="{64699186-33BF-084C-B840-EC12B5AEDA0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8" name="Freeform 273">
              <a:extLst>
                <a:ext uri="{FF2B5EF4-FFF2-40B4-BE49-F238E27FC236}">
                  <a16:creationId xmlns:a16="http://schemas.microsoft.com/office/drawing/2014/main" id="{05916BD8-54B5-534D-9C9F-E944051FA0A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9" name="Oval 274">
              <a:extLst>
                <a:ext uri="{FF2B5EF4-FFF2-40B4-BE49-F238E27FC236}">
                  <a16:creationId xmlns:a16="http://schemas.microsoft.com/office/drawing/2014/main" id="{02C14A54-973D-F349-8BC1-74F6A6060090}"/>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0" name="Freeform 275">
              <a:extLst>
                <a:ext uri="{FF2B5EF4-FFF2-40B4-BE49-F238E27FC236}">
                  <a16:creationId xmlns:a16="http://schemas.microsoft.com/office/drawing/2014/main" id="{B9604253-04A4-2D47-AC8A-0FD7F876282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71" name="AutoShape 276">
              <a:extLst>
                <a:ext uri="{FF2B5EF4-FFF2-40B4-BE49-F238E27FC236}">
                  <a16:creationId xmlns:a16="http://schemas.microsoft.com/office/drawing/2014/main" id="{82809C39-8B69-CC49-9302-C36BDDD7C7C0}"/>
                </a:ext>
              </a:extLst>
            </p:cNvPr>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2" name="AutoShape 277">
              <a:extLst>
                <a:ext uri="{FF2B5EF4-FFF2-40B4-BE49-F238E27FC236}">
                  <a16:creationId xmlns:a16="http://schemas.microsoft.com/office/drawing/2014/main" id="{AD64E110-D5C0-724E-9993-2B6C8E2AE1D5}"/>
                </a:ext>
              </a:extLst>
            </p:cNvPr>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3" name="Oval 278">
              <a:extLst>
                <a:ext uri="{FF2B5EF4-FFF2-40B4-BE49-F238E27FC236}">
                  <a16:creationId xmlns:a16="http://schemas.microsoft.com/office/drawing/2014/main" id="{6C9D87ED-6CB3-934F-B564-1CEA98708C6B}"/>
                </a:ext>
              </a:extLst>
            </p:cNvPr>
            <p:cNvSpPr>
              <a:spLocks noChangeArrowheads="1"/>
            </p:cNvSpPr>
            <p:nvPr/>
          </p:nvSpPr>
          <p:spPr bwMode="auto">
            <a:xfrm>
              <a:off x="4308" y="2383"/>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4" name="Oval 279">
              <a:extLst>
                <a:ext uri="{FF2B5EF4-FFF2-40B4-BE49-F238E27FC236}">
                  <a16:creationId xmlns:a16="http://schemas.microsoft.com/office/drawing/2014/main" id="{B05751B1-2967-E24D-8ED1-EC3F29FC49FD}"/>
                </a:ext>
              </a:extLst>
            </p:cNvPr>
            <p:cNvSpPr>
              <a:spLocks noChangeArrowheads="1"/>
            </p:cNvSpPr>
            <p:nvPr/>
          </p:nvSpPr>
          <p:spPr bwMode="auto">
            <a:xfrm>
              <a:off x="4487" y="2383"/>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275" name="Oval 280">
              <a:extLst>
                <a:ext uri="{FF2B5EF4-FFF2-40B4-BE49-F238E27FC236}">
                  <a16:creationId xmlns:a16="http://schemas.microsoft.com/office/drawing/2014/main" id="{BDC789C6-139A-7F47-BBA4-A9548A98454C}"/>
                </a:ext>
              </a:extLst>
            </p:cNvPr>
            <p:cNvSpPr>
              <a:spLocks noChangeArrowheads="1"/>
            </p:cNvSpPr>
            <p:nvPr/>
          </p:nvSpPr>
          <p:spPr bwMode="auto">
            <a:xfrm>
              <a:off x="4661"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6" name="Rectangle 281">
              <a:extLst>
                <a:ext uri="{FF2B5EF4-FFF2-40B4-BE49-F238E27FC236}">
                  <a16:creationId xmlns:a16="http://schemas.microsoft.com/office/drawing/2014/main" id="{EC7E6803-2E89-6C4D-B2A1-9709BE9992D4}"/>
                </a:ext>
              </a:extLst>
            </p:cNvPr>
            <p:cNvSpPr>
              <a:spLocks noChangeArrowheads="1"/>
            </p:cNvSpPr>
            <p:nvPr/>
          </p:nvSpPr>
          <p:spPr bwMode="auto">
            <a:xfrm>
              <a:off x="5062" y="1833"/>
              <a:ext cx="84"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85" name="Group 249">
            <a:extLst>
              <a:ext uri="{FF2B5EF4-FFF2-40B4-BE49-F238E27FC236}">
                <a16:creationId xmlns:a16="http://schemas.microsoft.com/office/drawing/2014/main" id="{5D4AAAE8-F9A0-654F-98A7-CC2ECC135FA9}"/>
              </a:ext>
            </a:extLst>
          </p:cNvPr>
          <p:cNvGrpSpPr>
            <a:grpSpLocks/>
          </p:cNvGrpSpPr>
          <p:nvPr/>
        </p:nvGrpSpPr>
        <p:grpSpPr bwMode="auto">
          <a:xfrm>
            <a:off x="3871119" y="5217601"/>
            <a:ext cx="420687" cy="636587"/>
            <a:chOff x="4140" y="429"/>
            <a:chExt cx="1425" cy="2396"/>
          </a:xfrm>
        </p:grpSpPr>
        <p:sp>
          <p:nvSpPr>
            <p:cNvPr id="286" name="Freeform 250">
              <a:extLst>
                <a:ext uri="{FF2B5EF4-FFF2-40B4-BE49-F238E27FC236}">
                  <a16:creationId xmlns:a16="http://schemas.microsoft.com/office/drawing/2014/main" id="{0B87D54D-E726-534E-BF18-2B9138569F6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7" name="Rectangle 251">
              <a:extLst>
                <a:ext uri="{FF2B5EF4-FFF2-40B4-BE49-F238E27FC236}">
                  <a16:creationId xmlns:a16="http://schemas.microsoft.com/office/drawing/2014/main" id="{A9328C80-65CD-674C-BDC2-D31C02FE8ECC}"/>
                </a:ext>
              </a:extLst>
            </p:cNvPr>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8" name="Freeform 252">
              <a:extLst>
                <a:ext uri="{FF2B5EF4-FFF2-40B4-BE49-F238E27FC236}">
                  <a16:creationId xmlns:a16="http://schemas.microsoft.com/office/drawing/2014/main" id="{ACCDA70E-8CBA-1249-B2C8-9A49B7842FE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9" name="Freeform 253">
              <a:extLst>
                <a:ext uri="{FF2B5EF4-FFF2-40B4-BE49-F238E27FC236}">
                  <a16:creationId xmlns:a16="http://schemas.microsoft.com/office/drawing/2014/main" id="{700C846B-C558-394E-9C8C-0878836FEA6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90" name="Rectangle 254">
              <a:extLst>
                <a:ext uri="{FF2B5EF4-FFF2-40B4-BE49-F238E27FC236}">
                  <a16:creationId xmlns:a16="http://schemas.microsoft.com/office/drawing/2014/main" id="{CE895704-FDB9-9E48-A79E-0D2CEBA8C349}"/>
                </a:ext>
              </a:extLst>
            </p:cNvPr>
            <p:cNvSpPr>
              <a:spLocks noChangeArrowheads="1"/>
            </p:cNvSpPr>
            <p:nvPr/>
          </p:nvSpPr>
          <p:spPr bwMode="auto">
            <a:xfrm>
              <a:off x="4215" y="692"/>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1" name="Group 255">
              <a:extLst>
                <a:ext uri="{FF2B5EF4-FFF2-40B4-BE49-F238E27FC236}">
                  <a16:creationId xmlns:a16="http://schemas.microsoft.com/office/drawing/2014/main" id="{4DB05A0D-BA48-AB4B-9CB8-DD16A252B524}"/>
                </a:ext>
              </a:extLst>
            </p:cNvPr>
            <p:cNvGrpSpPr>
              <a:grpSpLocks/>
            </p:cNvGrpSpPr>
            <p:nvPr/>
          </p:nvGrpSpPr>
          <p:grpSpPr bwMode="auto">
            <a:xfrm>
              <a:off x="4749" y="668"/>
              <a:ext cx="581" cy="145"/>
              <a:chOff x="614" y="2568"/>
              <a:chExt cx="725" cy="139"/>
            </a:xfrm>
          </p:grpSpPr>
          <p:sp>
            <p:nvSpPr>
              <p:cNvPr id="316" name="AutoShape 256">
                <a:extLst>
                  <a:ext uri="{FF2B5EF4-FFF2-40B4-BE49-F238E27FC236}">
                    <a16:creationId xmlns:a16="http://schemas.microsoft.com/office/drawing/2014/main" id="{27290732-93A5-A442-A11F-A1A25B23ABE5}"/>
                  </a:ext>
                </a:extLst>
              </p:cNvPr>
              <p:cNvSpPr>
                <a:spLocks noChangeArrowheads="1"/>
              </p:cNvSpPr>
              <p:nvPr/>
            </p:nvSpPr>
            <p:spPr bwMode="auto">
              <a:xfrm>
                <a:off x="612"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7" name="AutoShape 257">
                <a:extLst>
                  <a:ext uri="{FF2B5EF4-FFF2-40B4-BE49-F238E27FC236}">
                    <a16:creationId xmlns:a16="http://schemas.microsoft.com/office/drawing/2014/main" id="{AABD319C-F558-C147-B5A0-2220E59952B5}"/>
                  </a:ext>
                </a:extLst>
              </p:cNvPr>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2" name="Rectangle 258">
              <a:extLst>
                <a:ext uri="{FF2B5EF4-FFF2-40B4-BE49-F238E27FC236}">
                  <a16:creationId xmlns:a16="http://schemas.microsoft.com/office/drawing/2014/main" id="{FC7F85D1-E511-9D49-ABDE-577F97588BEB}"/>
                </a:ext>
              </a:extLst>
            </p:cNvPr>
            <p:cNvSpPr>
              <a:spLocks noChangeArrowheads="1"/>
            </p:cNvSpPr>
            <p:nvPr/>
          </p:nvSpPr>
          <p:spPr bwMode="auto">
            <a:xfrm>
              <a:off x="4221" y="1021"/>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3" name="Group 259">
              <a:extLst>
                <a:ext uri="{FF2B5EF4-FFF2-40B4-BE49-F238E27FC236}">
                  <a16:creationId xmlns:a16="http://schemas.microsoft.com/office/drawing/2014/main" id="{8D14F3D3-5FF7-204F-AC8F-C59EC3DDDDF5}"/>
                </a:ext>
              </a:extLst>
            </p:cNvPr>
            <p:cNvGrpSpPr>
              <a:grpSpLocks/>
            </p:cNvGrpSpPr>
            <p:nvPr/>
          </p:nvGrpSpPr>
          <p:grpSpPr bwMode="auto">
            <a:xfrm>
              <a:off x="4747" y="994"/>
              <a:ext cx="581" cy="134"/>
              <a:chOff x="614" y="2568"/>
              <a:chExt cx="725" cy="139"/>
            </a:xfrm>
          </p:grpSpPr>
          <p:sp>
            <p:nvSpPr>
              <p:cNvPr id="314" name="AutoShape 260">
                <a:extLst>
                  <a:ext uri="{FF2B5EF4-FFF2-40B4-BE49-F238E27FC236}">
                    <a16:creationId xmlns:a16="http://schemas.microsoft.com/office/drawing/2014/main" id="{F1C21759-AD0A-7F4F-B706-377B626C0842}"/>
                  </a:ext>
                </a:extLst>
              </p:cNvPr>
              <p:cNvSpPr>
                <a:spLocks noChangeArrowheads="1"/>
              </p:cNvSpPr>
              <p:nvPr/>
            </p:nvSpPr>
            <p:spPr bwMode="auto">
              <a:xfrm>
                <a:off x="615"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5" name="AutoShape 261">
                <a:extLst>
                  <a:ext uri="{FF2B5EF4-FFF2-40B4-BE49-F238E27FC236}">
                    <a16:creationId xmlns:a16="http://schemas.microsoft.com/office/drawing/2014/main" id="{3B91D307-477D-5244-BCA7-F6E0B1E2DA63}"/>
                  </a:ext>
                </a:extLst>
              </p:cNvPr>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4" name="Rectangle 262">
              <a:extLst>
                <a:ext uri="{FF2B5EF4-FFF2-40B4-BE49-F238E27FC236}">
                  <a16:creationId xmlns:a16="http://schemas.microsoft.com/office/drawing/2014/main" id="{FC3C64C5-10F9-7045-AB7A-F92BF60454B4}"/>
                </a:ext>
              </a:extLst>
            </p:cNvPr>
            <p:cNvSpPr>
              <a:spLocks noChangeArrowheads="1"/>
            </p:cNvSpPr>
            <p:nvPr/>
          </p:nvSpPr>
          <p:spPr bwMode="auto">
            <a:xfrm>
              <a:off x="4221" y="1355"/>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95" name="Rectangle 263">
              <a:extLst>
                <a:ext uri="{FF2B5EF4-FFF2-40B4-BE49-F238E27FC236}">
                  <a16:creationId xmlns:a16="http://schemas.microsoft.com/office/drawing/2014/main" id="{1CD84911-CD44-2341-9AA3-698E65823E4E}"/>
                </a:ext>
              </a:extLst>
            </p:cNvPr>
            <p:cNvSpPr>
              <a:spLocks noChangeArrowheads="1"/>
            </p:cNvSpPr>
            <p:nvPr/>
          </p:nvSpPr>
          <p:spPr bwMode="auto">
            <a:xfrm>
              <a:off x="4226" y="1654"/>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6" name="Group 264">
              <a:extLst>
                <a:ext uri="{FF2B5EF4-FFF2-40B4-BE49-F238E27FC236}">
                  <a16:creationId xmlns:a16="http://schemas.microsoft.com/office/drawing/2014/main" id="{32FB4A2E-8071-3143-B0FC-F880E4D4D6C4}"/>
                </a:ext>
              </a:extLst>
            </p:cNvPr>
            <p:cNvGrpSpPr>
              <a:grpSpLocks/>
            </p:cNvGrpSpPr>
            <p:nvPr/>
          </p:nvGrpSpPr>
          <p:grpSpPr bwMode="auto">
            <a:xfrm>
              <a:off x="4735" y="1627"/>
              <a:ext cx="582" cy="151"/>
              <a:chOff x="614" y="2568"/>
              <a:chExt cx="725" cy="139"/>
            </a:xfrm>
          </p:grpSpPr>
          <p:sp>
            <p:nvSpPr>
              <p:cNvPr id="312" name="AutoShape 265">
                <a:extLst>
                  <a:ext uri="{FF2B5EF4-FFF2-40B4-BE49-F238E27FC236}">
                    <a16:creationId xmlns:a16="http://schemas.microsoft.com/office/drawing/2014/main" id="{A617CF42-7094-DF48-9FE3-8576690A7A3D}"/>
                  </a:ext>
                </a:extLst>
              </p:cNvPr>
              <p:cNvSpPr>
                <a:spLocks noChangeArrowheads="1"/>
              </p:cNvSpPr>
              <p:nvPr/>
            </p:nvSpPr>
            <p:spPr bwMode="auto">
              <a:xfrm>
                <a:off x="616" y="2576"/>
                <a:ext cx="717"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3" name="AutoShape 266">
                <a:extLst>
                  <a:ext uri="{FF2B5EF4-FFF2-40B4-BE49-F238E27FC236}">
                    <a16:creationId xmlns:a16="http://schemas.microsoft.com/office/drawing/2014/main" id="{B0172EEF-ECF6-3F4E-8AB9-8E7DDD6B559A}"/>
                  </a:ext>
                </a:extLst>
              </p:cNvPr>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7" name="Freeform 267">
              <a:extLst>
                <a:ext uri="{FF2B5EF4-FFF2-40B4-BE49-F238E27FC236}">
                  <a16:creationId xmlns:a16="http://schemas.microsoft.com/office/drawing/2014/main" id="{7CEECD51-09AC-4C42-8D51-F2DA54210E2D}"/>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98" name="Group 268">
              <a:extLst>
                <a:ext uri="{FF2B5EF4-FFF2-40B4-BE49-F238E27FC236}">
                  <a16:creationId xmlns:a16="http://schemas.microsoft.com/office/drawing/2014/main" id="{7DFBC11F-11F8-3149-8454-A103E56E65C3}"/>
                </a:ext>
              </a:extLst>
            </p:cNvPr>
            <p:cNvGrpSpPr>
              <a:grpSpLocks/>
            </p:cNvGrpSpPr>
            <p:nvPr/>
          </p:nvGrpSpPr>
          <p:grpSpPr bwMode="auto">
            <a:xfrm>
              <a:off x="4739" y="1327"/>
              <a:ext cx="582" cy="139"/>
              <a:chOff x="614" y="2568"/>
              <a:chExt cx="725" cy="139"/>
            </a:xfrm>
          </p:grpSpPr>
          <p:sp>
            <p:nvSpPr>
              <p:cNvPr id="310" name="AutoShape 269">
                <a:extLst>
                  <a:ext uri="{FF2B5EF4-FFF2-40B4-BE49-F238E27FC236}">
                    <a16:creationId xmlns:a16="http://schemas.microsoft.com/office/drawing/2014/main" id="{23FCC392-9DBD-B140-9E27-DAE7A424047E}"/>
                  </a:ext>
                </a:extLst>
              </p:cNvPr>
              <p:cNvSpPr>
                <a:spLocks noChangeArrowheads="1"/>
              </p:cNvSpPr>
              <p:nvPr/>
            </p:nvSpPr>
            <p:spPr bwMode="auto">
              <a:xfrm>
                <a:off x="611" y="2566"/>
                <a:ext cx="730"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1" name="AutoShape 270">
                <a:extLst>
                  <a:ext uri="{FF2B5EF4-FFF2-40B4-BE49-F238E27FC236}">
                    <a16:creationId xmlns:a16="http://schemas.microsoft.com/office/drawing/2014/main" id="{88CF1C96-60A6-9849-BB63-4D4AFCB69A0E}"/>
                  </a:ext>
                </a:extLst>
              </p:cNvPr>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9" name="Rectangle 271">
              <a:extLst>
                <a:ext uri="{FF2B5EF4-FFF2-40B4-BE49-F238E27FC236}">
                  <a16:creationId xmlns:a16="http://schemas.microsoft.com/office/drawing/2014/main" id="{110492DE-FEC4-2A48-8714-076D4D7C9F6A}"/>
                </a:ext>
              </a:extLst>
            </p:cNvPr>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0" name="Freeform 272">
              <a:extLst>
                <a:ext uri="{FF2B5EF4-FFF2-40B4-BE49-F238E27FC236}">
                  <a16:creationId xmlns:a16="http://schemas.microsoft.com/office/drawing/2014/main" id="{C873BD6E-0AE9-C24C-A8CD-5183F859B12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1" name="Freeform 273">
              <a:extLst>
                <a:ext uri="{FF2B5EF4-FFF2-40B4-BE49-F238E27FC236}">
                  <a16:creationId xmlns:a16="http://schemas.microsoft.com/office/drawing/2014/main" id="{F7DAA910-8269-D848-AD60-D0461B81AB9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2" name="Oval 274">
              <a:extLst>
                <a:ext uri="{FF2B5EF4-FFF2-40B4-BE49-F238E27FC236}">
                  <a16:creationId xmlns:a16="http://schemas.microsoft.com/office/drawing/2014/main" id="{335F4609-6187-7145-86BF-736515740DCD}"/>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3" name="Freeform 275">
              <a:extLst>
                <a:ext uri="{FF2B5EF4-FFF2-40B4-BE49-F238E27FC236}">
                  <a16:creationId xmlns:a16="http://schemas.microsoft.com/office/drawing/2014/main" id="{F1FDC672-CD54-314A-9383-84BAEA801FD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4" name="AutoShape 276">
              <a:extLst>
                <a:ext uri="{FF2B5EF4-FFF2-40B4-BE49-F238E27FC236}">
                  <a16:creationId xmlns:a16="http://schemas.microsoft.com/office/drawing/2014/main" id="{D58F1D4B-008B-C74F-89A4-AD01DBC0560C}"/>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5" name="AutoShape 277">
              <a:extLst>
                <a:ext uri="{FF2B5EF4-FFF2-40B4-BE49-F238E27FC236}">
                  <a16:creationId xmlns:a16="http://schemas.microsoft.com/office/drawing/2014/main" id="{99BD4DE2-EB8F-F349-9F08-4FBE61F0A3D0}"/>
                </a:ext>
              </a:extLst>
            </p:cNvPr>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6" name="Oval 278">
              <a:extLst>
                <a:ext uri="{FF2B5EF4-FFF2-40B4-BE49-F238E27FC236}">
                  <a16:creationId xmlns:a16="http://schemas.microsoft.com/office/drawing/2014/main" id="{090E6435-D22F-1C4C-8C5E-1194199406DD}"/>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7" name="Oval 279">
              <a:extLst>
                <a:ext uri="{FF2B5EF4-FFF2-40B4-BE49-F238E27FC236}">
                  <a16:creationId xmlns:a16="http://schemas.microsoft.com/office/drawing/2014/main" id="{3B1971DF-3F77-F144-B959-EB3C885C90FB}"/>
                </a:ext>
              </a:extLst>
            </p:cNvPr>
            <p:cNvSpPr>
              <a:spLocks noChangeArrowheads="1"/>
            </p:cNvSpPr>
            <p:nvPr/>
          </p:nvSpPr>
          <p:spPr bwMode="auto">
            <a:xfrm>
              <a:off x="4484"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08" name="Oval 280">
              <a:extLst>
                <a:ext uri="{FF2B5EF4-FFF2-40B4-BE49-F238E27FC236}">
                  <a16:creationId xmlns:a16="http://schemas.microsoft.com/office/drawing/2014/main" id="{E0C4AC54-7007-8942-B75D-D0D8FC27FE2E}"/>
                </a:ext>
              </a:extLst>
            </p:cNvPr>
            <p:cNvSpPr>
              <a:spLocks noChangeArrowheads="1"/>
            </p:cNvSpPr>
            <p:nvPr/>
          </p:nvSpPr>
          <p:spPr bwMode="auto">
            <a:xfrm>
              <a:off x="4662"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9" name="Rectangle 281">
              <a:extLst>
                <a:ext uri="{FF2B5EF4-FFF2-40B4-BE49-F238E27FC236}">
                  <a16:creationId xmlns:a16="http://schemas.microsoft.com/office/drawing/2014/main" id="{C940E72D-B157-2D41-A967-32D51E28C38C}"/>
                </a:ext>
              </a:extLst>
            </p:cNvPr>
            <p:cNvSpPr>
              <a:spLocks noChangeArrowheads="1"/>
            </p:cNvSpPr>
            <p:nvPr/>
          </p:nvSpPr>
          <p:spPr bwMode="auto">
            <a:xfrm>
              <a:off x="5060" y="1833"/>
              <a:ext cx="86"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318" name="Group 249">
            <a:extLst>
              <a:ext uri="{FF2B5EF4-FFF2-40B4-BE49-F238E27FC236}">
                <a16:creationId xmlns:a16="http://schemas.microsoft.com/office/drawing/2014/main" id="{68EA4126-61C5-B245-9365-6970C2CA22B9}"/>
              </a:ext>
            </a:extLst>
          </p:cNvPr>
          <p:cNvGrpSpPr>
            <a:grpSpLocks/>
          </p:cNvGrpSpPr>
          <p:nvPr/>
        </p:nvGrpSpPr>
        <p:grpSpPr bwMode="auto">
          <a:xfrm>
            <a:off x="8281194" y="5430326"/>
            <a:ext cx="344487" cy="638175"/>
            <a:chOff x="4140" y="429"/>
            <a:chExt cx="1425" cy="2396"/>
          </a:xfrm>
        </p:grpSpPr>
        <p:sp>
          <p:nvSpPr>
            <p:cNvPr id="319" name="Freeform 250">
              <a:extLst>
                <a:ext uri="{FF2B5EF4-FFF2-40B4-BE49-F238E27FC236}">
                  <a16:creationId xmlns:a16="http://schemas.microsoft.com/office/drawing/2014/main" id="{03FD946A-A544-4D41-B9BE-619167E8A834}"/>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0" name="Rectangle 251">
              <a:extLst>
                <a:ext uri="{FF2B5EF4-FFF2-40B4-BE49-F238E27FC236}">
                  <a16:creationId xmlns:a16="http://schemas.microsoft.com/office/drawing/2014/main" id="{BA89E3AF-578B-6F45-AD40-5936AEDADC01}"/>
                </a:ext>
              </a:extLst>
            </p:cNvPr>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21" name="Freeform 252">
              <a:extLst>
                <a:ext uri="{FF2B5EF4-FFF2-40B4-BE49-F238E27FC236}">
                  <a16:creationId xmlns:a16="http://schemas.microsoft.com/office/drawing/2014/main" id="{9D03AFB1-ED3A-1B40-BED4-A3D4369CCBF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2" name="Freeform 253">
              <a:extLst>
                <a:ext uri="{FF2B5EF4-FFF2-40B4-BE49-F238E27FC236}">
                  <a16:creationId xmlns:a16="http://schemas.microsoft.com/office/drawing/2014/main" id="{7E22D59E-0D81-A849-9B76-276DF20EBDA3}"/>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3" name="Rectangle 254">
              <a:extLst>
                <a:ext uri="{FF2B5EF4-FFF2-40B4-BE49-F238E27FC236}">
                  <a16:creationId xmlns:a16="http://schemas.microsoft.com/office/drawing/2014/main" id="{8198A04F-07A4-D542-8B83-78EE1677F374}"/>
                </a:ext>
              </a:extLst>
            </p:cNvPr>
            <p:cNvSpPr>
              <a:spLocks noChangeArrowheads="1"/>
            </p:cNvSpPr>
            <p:nvPr/>
          </p:nvSpPr>
          <p:spPr bwMode="auto">
            <a:xfrm>
              <a:off x="4212" y="691"/>
              <a:ext cx="598"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4" name="Group 255">
              <a:extLst>
                <a:ext uri="{FF2B5EF4-FFF2-40B4-BE49-F238E27FC236}">
                  <a16:creationId xmlns:a16="http://schemas.microsoft.com/office/drawing/2014/main" id="{3C0968E0-9743-8148-9D82-5C52BB4E2508}"/>
                </a:ext>
              </a:extLst>
            </p:cNvPr>
            <p:cNvGrpSpPr>
              <a:grpSpLocks/>
            </p:cNvGrpSpPr>
            <p:nvPr/>
          </p:nvGrpSpPr>
          <p:grpSpPr bwMode="auto">
            <a:xfrm>
              <a:off x="4749" y="668"/>
              <a:ext cx="581" cy="145"/>
              <a:chOff x="614" y="2568"/>
              <a:chExt cx="725" cy="139"/>
            </a:xfrm>
          </p:grpSpPr>
          <p:sp>
            <p:nvSpPr>
              <p:cNvPr id="349" name="AutoShape 256">
                <a:extLst>
                  <a:ext uri="{FF2B5EF4-FFF2-40B4-BE49-F238E27FC236}">
                    <a16:creationId xmlns:a16="http://schemas.microsoft.com/office/drawing/2014/main" id="{BA1BD9B4-9E28-B849-BD29-2113584AD445}"/>
                  </a:ext>
                </a:extLst>
              </p:cNvPr>
              <p:cNvSpPr>
                <a:spLocks noChangeArrowheads="1"/>
              </p:cNvSpPr>
              <p:nvPr/>
            </p:nvSpPr>
            <p:spPr bwMode="auto">
              <a:xfrm>
                <a:off x="616" y="2567"/>
                <a:ext cx="721"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50" name="AutoShape 257">
                <a:extLst>
                  <a:ext uri="{FF2B5EF4-FFF2-40B4-BE49-F238E27FC236}">
                    <a16:creationId xmlns:a16="http://schemas.microsoft.com/office/drawing/2014/main" id="{014FB0BC-FBC7-AC42-B072-60A46D3F635D}"/>
                  </a:ext>
                </a:extLst>
              </p:cNvPr>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25" name="Rectangle 258">
              <a:extLst>
                <a:ext uri="{FF2B5EF4-FFF2-40B4-BE49-F238E27FC236}">
                  <a16:creationId xmlns:a16="http://schemas.microsoft.com/office/drawing/2014/main" id="{7F22C810-B4A9-3B46-A125-88FDBEEE8CF1}"/>
                </a:ext>
              </a:extLst>
            </p:cNvPr>
            <p:cNvSpPr>
              <a:spLocks noChangeArrowheads="1"/>
            </p:cNvSpPr>
            <p:nvPr/>
          </p:nvSpPr>
          <p:spPr bwMode="auto">
            <a:xfrm>
              <a:off x="4225" y="101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6" name="Group 259">
              <a:extLst>
                <a:ext uri="{FF2B5EF4-FFF2-40B4-BE49-F238E27FC236}">
                  <a16:creationId xmlns:a16="http://schemas.microsoft.com/office/drawing/2014/main" id="{D0932DC9-C2FC-624C-AC00-63C6834F7B42}"/>
                </a:ext>
              </a:extLst>
            </p:cNvPr>
            <p:cNvGrpSpPr>
              <a:grpSpLocks/>
            </p:cNvGrpSpPr>
            <p:nvPr/>
          </p:nvGrpSpPr>
          <p:grpSpPr bwMode="auto">
            <a:xfrm>
              <a:off x="4747" y="994"/>
              <a:ext cx="581" cy="134"/>
              <a:chOff x="614" y="2568"/>
              <a:chExt cx="725" cy="139"/>
            </a:xfrm>
          </p:grpSpPr>
          <p:sp>
            <p:nvSpPr>
              <p:cNvPr id="347" name="AutoShape 260">
                <a:extLst>
                  <a:ext uri="{FF2B5EF4-FFF2-40B4-BE49-F238E27FC236}">
                    <a16:creationId xmlns:a16="http://schemas.microsoft.com/office/drawing/2014/main" id="{1770F5E5-CACF-E24C-A903-196249516CFC}"/>
                  </a:ext>
                </a:extLst>
              </p:cNvPr>
              <p:cNvSpPr>
                <a:spLocks noChangeArrowheads="1"/>
              </p:cNvSpPr>
              <p:nvPr/>
            </p:nvSpPr>
            <p:spPr bwMode="auto">
              <a:xfrm>
                <a:off x="610" y="2569"/>
                <a:ext cx="729"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8" name="AutoShape 261">
                <a:extLst>
                  <a:ext uri="{FF2B5EF4-FFF2-40B4-BE49-F238E27FC236}">
                    <a16:creationId xmlns:a16="http://schemas.microsoft.com/office/drawing/2014/main" id="{2E363636-8BCE-6141-B378-34F3110A5FCD}"/>
                  </a:ext>
                </a:extLst>
              </p:cNvPr>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27" name="Rectangle 262">
              <a:extLst>
                <a:ext uri="{FF2B5EF4-FFF2-40B4-BE49-F238E27FC236}">
                  <a16:creationId xmlns:a16="http://schemas.microsoft.com/office/drawing/2014/main" id="{F71E475E-36BE-3648-B0BF-E64FC5D6DB80}"/>
                </a:ext>
              </a:extLst>
            </p:cNvPr>
            <p:cNvSpPr>
              <a:spLocks noChangeArrowheads="1"/>
            </p:cNvSpPr>
            <p:nvPr/>
          </p:nvSpPr>
          <p:spPr bwMode="auto">
            <a:xfrm>
              <a:off x="4219" y="135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28" name="Rectangle 263">
              <a:extLst>
                <a:ext uri="{FF2B5EF4-FFF2-40B4-BE49-F238E27FC236}">
                  <a16:creationId xmlns:a16="http://schemas.microsoft.com/office/drawing/2014/main" id="{E1A90110-1263-1647-843A-9CCA5979E7CB}"/>
                </a:ext>
              </a:extLst>
            </p:cNvPr>
            <p:cNvSpPr>
              <a:spLocks noChangeArrowheads="1"/>
            </p:cNvSpPr>
            <p:nvPr/>
          </p:nvSpPr>
          <p:spPr bwMode="auto">
            <a:xfrm>
              <a:off x="4225" y="1657"/>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9" name="Group 264">
              <a:extLst>
                <a:ext uri="{FF2B5EF4-FFF2-40B4-BE49-F238E27FC236}">
                  <a16:creationId xmlns:a16="http://schemas.microsoft.com/office/drawing/2014/main" id="{728FB70D-B8C3-4144-A7F8-79DB8C4D3912}"/>
                </a:ext>
              </a:extLst>
            </p:cNvPr>
            <p:cNvGrpSpPr>
              <a:grpSpLocks/>
            </p:cNvGrpSpPr>
            <p:nvPr/>
          </p:nvGrpSpPr>
          <p:grpSpPr bwMode="auto">
            <a:xfrm>
              <a:off x="4735" y="1627"/>
              <a:ext cx="582" cy="151"/>
              <a:chOff x="614" y="2568"/>
              <a:chExt cx="725" cy="139"/>
            </a:xfrm>
          </p:grpSpPr>
          <p:sp>
            <p:nvSpPr>
              <p:cNvPr id="345" name="AutoShape 265">
                <a:extLst>
                  <a:ext uri="{FF2B5EF4-FFF2-40B4-BE49-F238E27FC236}">
                    <a16:creationId xmlns:a16="http://schemas.microsoft.com/office/drawing/2014/main" id="{9808E07C-F46D-5A42-B61A-CD12271FD447}"/>
                  </a:ext>
                </a:extLst>
              </p:cNvPr>
              <p:cNvSpPr>
                <a:spLocks noChangeArrowheads="1"/>
              </p:cNvSpPr>
              <p:nvPr/>
            </p:nvSpPr>
            <p:spPr bwMode="auto">
              <a:xfrm>
                <a:off x="617" y="2568"/>
                <a:ext cx="71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6" name="AutoShape 266">
                <a:extLst>
                  <a:ext uri="{FF2B5EF4-FFF2-40B4-BE49-F238E27FC236}">
                    <a16:creationId xmlns:a16="http://schemas.microsoft.com/office/drawing/2014/main" id="{1E397763-A7E9-3B43-9E37-230D905D53EC}"/>
                  </a:ext>
                </a:extLst>
              </p:cNvPr>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30" name="Freeform 267">
              <a:extLst>
                <a:ext uri="{FF2B5EF4-FFF2-40B4-BE49-F238E27FC236}">
                  <a16:creationId xmlns:a16="http://schemas.microsoft.com/office/drawing/2014/main" id="{E198877E-A23F-C446-9FD8-EF7E169D1D0E}"/>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31" name="Group 268">
              <a:extLst>
                <a:ext uri="{FF2B5EF4-FFF2-40B4-BE49-F238E27FC236}">
                  <a16:creationId xmlns:a16="http://schemas.microsoft.com/office/drawing/2014/main" id="{32C62292-5B21-F945-BDA3-290907751ACF}"/>
                </a:ext>
              </a:extLst>
            </p:cNvPr>
            <p:cNvGrpSpPr>
              <a:grpSpLocks/>
            </p:cNvGrpSpPr>
            <p:nvPr/>
          </p:nvGrpSpPr>
          <p:grpSpPr bwMode="auto">
            <a:xfrm>
              <a:off x="4739" y="1327"/>
              <a:ext cx="582" cy="139"/>
              <a:chOff x="614" y="2568"/>
              <a:chExt cx="725" cy="139"/>
            </a:xfrm>
          </p:grpSpPr>
          <p:sp>
            <p:nvSpPr>
              <p:cNvPr id="343" name="AutoShape 269">
                <a:extLst>
                  <a:ext uri="{FF2B5EF4-FFF2-40B4-BE49-F238E27FC236}">
                    <a16:creationId xmlns:a16="http://schemas.microsoft.com/office/drawing/2014/main" id="{6062F8E5-CCE7-D849-ABDF-98604BDD71DB}"/>
                  </a:ext>
                </a:extLst>
              </p:cNvPr>
              <p:cNvSpPr>
                <a:spLocks noChangeArrowheads="1"/>
              </p:cNvSpPr>
              <p:nvPr/>
            </p:nvSpPr>
            <p:spPr bwMode="auto">
              <a:xfrm>
                <a:off x="612" y="2570"/>
                <a:ext cx="728"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4" name="AutoShape 270">
                <a:extLst>
                  <a:ext uri="{FF2B5EF4-FFF2-40B4-BE49-F238E27FC236}">
                    <a16:creationId xmlns:a16="http://schemas.microsoft.com/office/drawing/2014/main" id="{CD9C61B7-26D4-024E-9F02-4423C254341E}"/>
                  </a:ext>
                </a:extLst>
              </p:cNvPr>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32" name="Rectangle 271">
              <a:extLst>
                <a:ext uri="{FF2B5EF4-FFF2-40B4-BE49-F238E27FC236}">
                  <a16:creationId xmlns:a16="http://schemas.microsoft.com/office/drawing/2014/main" id="{22D906A4-17C6-5046-BFBE-1C4A750613C6}"/>
                </a:ext>
              </a:extLst>
            </p:cNvPr>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3" name="Freeform 272">
              <a:extLst>
                <a:ext uri="{FF2B5EF4-FFF2-40B4-BE49-F238E27FC236}">
                  <a16:creationId xmlns:a16="http://schemas.microsoft.com/office/drawing/2014/main" id="{0B0D781B-6415-EA42-9E3F-79EBC4E11BA1}"/>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4" name="Freeform 273">
              <a:extLst>
                <a:ext uri="{FF2B5EF4-FFF2-40B4-BE49-F238E27FC236}">
                  <a16:creationId xmlns:a16="http://schemas.microsoft.com/office/drawing/2014/main" id="{AE06AE89-DFA2-2C4A-9EDA-9781327232F9}"/>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5" name="Oval 274">
              <a:extLst>
                <a:ext uri="{FF2B5EF4-FFF2-40B4-BE49-F238E27FC236}">
                  <a16:creationId xmlns:a16="http://schemas.microsoft.com/office/drawing/2014/main" id="{BA3E6436-5E11-6D45-B846-5CBD6F142809}"/>
                </a:ext>
              </a:extLst>
            </p:cNvPr>
            <p:cNvSpPr>
              <a:spLocks noChangeArrowheads="1"/>
            </p:cNvSpPr>
            <p:nvPr/>
          </p:nvSpPr>
          <p:spPr bwMode="auto">
            <a:xfrm>
              <a:off x="5519" y="2610"/>
              <a:ext cx="46"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6" name="Freeform 275">
              <a:extLst>
                <a:ext uri="{FF2B5EF4-FFF2-40B4-BE49-F238E27FC236}">
                  <a16:creationId xmlns:a16="http://schemas.microsoft.com/office/drawing/2014/main" id="{D0B77E4D-88D1-0A4F-BDC8-0708C0203EF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7" name="AutoShape 276">
              <a:extLst>
                <a:ext uri="{FF2B5EF4-FFF2-40B4-BE49-F238E27FC236}">
                  <a16:creationId xmlns:a16="http://schemas.microsoft.com/office/drawing/2014/main" id="{15E12929-7F3D-6C4D-AB25-6797773BEBF5}"/>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8" name="AutoShape 277">
              <a:extLst>
                <a:ext uri="{FF2B5EF4-FFF2-40B4-BE49-F238E27FC236}">
                  <a16:creationId xmlns:a16="http://schemas.microsoft.com/office/drawing/2014/main" id="{1A9C7A0A-58EB-FE41-A25E-2723CB8CB4C8}"/>
                </a:ext>
              </a:extLst>
            </p:cNvPr>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9" name="Oval 278">
              <a:extLst>
                <a:ext uri="{FF2B5EF4-FFF2-40B4-BE49-F238E27FC236}">
                  <a16:creationId xmlns:a16="http://schemas.microsoft.com/office/drawing/2014/main" id="{20851815-EFF7-6744-9B9A-E3A5840B29CA}"/>
                </a:ext>
              </a:extLst>
            </p:cNvPr>
            <p:cNvSpPr>
              <a:spLocks noChangeArrowheads="1"/>
            </p:cNvSpPr>
            <p:nvPr/>
          </p:nvSpPr>
          <p:spPr bwMode="auto">
            <a:xfrm>
              <a:off x="4304" y="2384"/>
              <a:ext cx="164"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0" name="Oval 279">
              <a:extLst>
                <a:ext uri="{FF2B5EF4-FFF2-40B4-BE49-F238E27FC236}">
                  <a16:creationId xmlns:a16="http://schemas.microsoft.com/office/drawing/2014/main" id="{03423A8B-1E04-524E-85D4-24AD4CC63C7A}"/>
                </a:ext>
              </a:extLst>
            </p:cNvPr>
            <p:cNvSpPr>
              <a:spLocks noChangeArrowheads="1"/>
            </p:cNvSpPr>
            <p:nvPr/>
          </p:nvSpPr>
          <p:spPr bwMode="auto">
            <a:xfrm>
              <a:off x="4488" y="2384"/>
              <a:ext cx="158"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41" name="Oval 280">
              <a:extLst>
                <a:ext uri="{FF2B5EF4-FFF2-40B4-BE49-F238E27FC236}">
                  <a16:creationId xmlns:a16="http://schemas.microsoft.com/office/drawing/2014/main" id="{49A5EE85-1C7C-5E43-A0F4-AB07856989B7}"/>
                </a:ext>
              </a:extLst>
            </p:cNvPr>
            <p:cNvSpPr>
              <a:spLocks noChangeArrowheads="1"/>
            </p:cNvSpPr>
            <p:nvPr/>
          </p:nvSpPr>
          <p:spPr bwMode="auto">
            <a:xfrm>
              <a:off x="4659" y="2378"/>
              <a:ext cx="158"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2" name="Rectangle 281">
              <a:extLst>
                <a:ext uri="{FF2B5EF4-FFF2-40B4-BE49-F238E27FC236}">
                  <a16:creationId xmlns:a16="http://schemas.microsoft.com/office/drawing/2014/main" id="{07BF6B67-D2A7-0240-B19B-6E37F622440E}"/>
                </a:ext>
              </a:extLst>
            </p:cNvPr>
            <p:cNvSpPr>
              <a:spLocks noChangeArrowheads="1"/>
            </p:cNvSpPr>
            <p:nvPr/>
          </p:nvSpPr>
          <p:spPr bwMode="auto">
            <a:xfrm>
              <a:off x="5059" y="1836"/>
              <a:ext cx="85"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351" name="Group 249">
            <a:extLst>
              <a:ext uri="{FF2B5EF4-FFF2-40B4-BE49-F238E27FC236}">
                <a16:creationId xmlns:a16="http://schemas.microsoft.com/office/drawing/2014/main" id="{5F565DF6-5AC8-8F43-B52D-A0481F7955A6}"/>
              </a:ext>
            </a:extLst>
          </p:cNvPr>
          <p:cNvGrpSpPr>
            <a:grpSpLocks/>
          </p:cNvGrpSpPr>
          <p:nvPr/>
        </p:nvGrpSpPr>
        <p:grpSpPr bwMode="auto">
          <a:xfrm>
            <a:off x="7550944" y="3671376"/>
            <a:ext cx="342900" cy="636587"/>
            <a:chOff x="4140" y="429"/>
            <a:chExt cx="1425" cy="2396"/>
          </a:xfrm>
        </p:grpSpPr>
        <p:sp>
          <p:nvSpPr>
            <p:cNvPr id="352" name="Freeform 250">
              <a:extLst>
                <a:ext uri="{FF2B5EF4-FFF2-40B4-BE49-F238E27FC236}">
                  <a16:creationId xmlns:a16="http://schemas.microsoft.com/office/drawing/2014/main" id="{F46730D3-05BE-BA48-B9D2-49802E62491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3" name="Rectangle 251">
              <a:extLst>
                <a:ext uri="{FF2B5EF4-FFF2-40B4-BE49-F238E27FC236}">
                  <a16:creationId xmlns:a16="http://schemas.microsoft.com/office/drawing/2014/main" id="{5D21E0FA-D306-5E46-B041-EBB282A9FA80}"/>
                </a:ext>
              </a:extLst>
            </p:cNvPr>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54" name="Freeform 252">
              <a:extLst>
                <a:ext uri="{FF2B5EF4-FFF2-40B4-BE49-F238E27FC236}">
                  <a16:creationId xmlns:a16="http://schemas.microsoft.com/office/drawing/2014/main" id="{2A5442FE-6672-9343-A1C4-6E532FBC824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5" name="Freeform 253">
              <a:extLst>
                <a:ext uri="{FF2B5EF4-FFF2-40B4-BE49-F238E27FC236}">
                  <a16:creationId xmlns:a16="http://schemas.microsoft.com/office/drawing/2014/main" id="{4014C987-CFC8-F54C-85D9-FD99FD20B16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6" name="Rectangle 254">
              <a:extLst>
                <a:ext uri="{FF2B5EF4-FFF2-40B4-BE49-F238E27FC236}">
                  <a16:creationId xmlns:a16="http://schemas.microsoft.com/office/drawing/2014/main" id="{7C3B826F-7EA4-6144-9A0F-AC8C0662BD1B}"/>
                </a:ext>
              </a:extLst>
            </p:cNvPr>
            <p:cNvSpPr>
              <a:spLocks noChangeArrowheads="1"/>
            </p:cNvSpPr>
            <p:nvPr/>
          </p:nvSpPr>
          <p:spPr bwMode="auto">
            <a:xfrm>
              <a:off x="4213" y="692"/>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57" name="Group 255">
              <a:extLst>
                <a:ext uri="{FF2B5EF4-FFF2-40B4-BE49-F238E27FC236}">
                  <a16:creationId xmlns:a16="http://schemas.microsoft.com/office/drawing/2014/main" id="{93783D4B-005D-CE41-BF2D-F79E33B5C669}"/>
                </a:ext>
              </a:extLst>
            </p:cNvPr>
            <p:cNvGrpSpPr>
              <a:grpSpLocks/>
            </p:cNvGrpSpPr>
            <p:nvPr/>
          </p:nvGrpSpPr>
          <p:grpSpPr bwMode="auto">
            <a:xfrm>
              <a:off x="4749" y="668"/>
              <a:ext cx="581" cy="145"/>
              <a:chOff x="614" y="2568"/>
              <a:chExt cx="725" cy="139"/>
            </a:xfrm>
          </p:grpSpPr>
          <p:sp>
            <p:nvSpPr>
              <p:cNvPr id="382" name="AutoShape 256">
                <a:extLst>
                  <a:ext uri="{FF2B5EF4-FFF2-40B4-BE49-F238E27FC236}">
                    <a16:creationId xmlns:a16="http://schemas.microsoft.com/office/drawing/2014/main" id="{0C21CAF6-EC48-1444-A567-C9AF165AD7BE}"/>
                  </a:ext>
                </a:extLst>
              </p:cNvPr>
              <p:cNvSpPr>
                <a:spLocks noChangeArrowheads="1"/>
              </p:cNvSpPr>
              <p:nvPr/>
            </p:nvSpPr>
            <p:spPr bwMode="auto">
              <a:xfrm>
                <a:off x="611" y="2568"/>
                <a:ext cx="724"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83" name="AutoShape 257">
                <a:extLst>
                  <a:ext uri="{FF2B5EF4-FFF2-40B4-BE49-F238E27FC236}">
                    <a16:creationId xmlns:a16="http://schemas.microsoft.com/office/drawing/2014/main" id="{E2F1CCC3-3B79-DA4A-B418-FFBBB99E0934}"/>
                  </a:ext>
                </a:extLst>
              </p:cNvPr>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58" name="Rectangle 258">
              <a:extLst>
                <a:ext uri="{FF2B5EF4-FFF2-40B4-BE49-F238E27FC236}">
                  <a16:creationId xmlns:a16="http://schemas.microsoft.com/office/drawing/2014/main" id="{DB6401DB-2103-EF4C-A516-65337633EFBD}"/>
                </a:ext>
              </a:extLst>
            </p:cNvPr>
            <p:cNvSpPr>
              <a:spLocks noChangeArrowheads="1"/>
            </p:cNvSpPr>
            <p:nvPr/>
          </p:nvSpPr>
          <p:spPr bwMode="auto">
            <a:xfrm>
              <a:off x="4226" y="1021"/>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59" name="Group 259">
              <a:extLst>
                <a:ext uri="{FF2B5EF4-FFF2-40B4-BE49-F238E27FC236}">
                  <a16:creationId xmlns:a16="http://schemas.microsoft.com/office/drawing/2014/main" id="{8FBDCEEB-DA87-F749-BF4B-DE3E2D1B6229}"/>
                </a:ext>
              </a:extLst>
            </p:cNvPr>
            <p:cNvGrpSpPr>
              <a:grpSpLocks/>
            </p:cNvGrpSpPr>
            <p:nvPr/>
          </p:nvGrpSpPr>
          <p:grpSpPr bwMode="auto">
            <a:xfrm>
              <a:off x="4747" y="994"/>
              <a:ext cx="581" cy="134"/>
              <a:chOff x="614" y="2568"/>
              <a:chExt cx="725" cy="139"/>
            </a:xfrm>
          </p:grpSpPr>
          <p:sp>
            <p:nvSpPr>
              <p:cNvPr id="380" name="AutoShape 260">
                <a:extLst>
                  <a:ext uri="{FF2B5EF4-FFF2-40B4-BE49-F238E27FC236}">
                    <a16:creationId xmlns:a16="http://schemas.microsoft.com/office/drawing/2014/main" id="{255465CA-6A3C-B64B-857C-EAD47420A9D1}"/>
                  </a:ext>
                </a:extLst>
              </p:cNvPr>
              <p:cNvSpPr>
                <a:spLocks noChangeArrowheads="1"/>
              </p:cNvSpPr>
              <p:nvPr/>
            </p:nvSpPr>
            <p:spPr bwMode="auto">
              <a:xfrm>
                <a:off x="614" y="2571"/>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81" name="AutoShape 261">
                <a:extLst>
                  <a:ext uri="{FF2B5EF4-FFF2-40B4-BE49-F238E27FC236}">
                    <a16:creationId xmlns:a16="http://schemas.microsoft.com/office/drawing/2014/main" id="{1FEAA23A-541E-FD4B-B66B-8E6229D7401F}"/>
                  </a:ext>
                </a:extLst>
              </p:cNvPr>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0" name="Rectangle 262">
              <a:extLst>
                <a:ext uri="{FF2B5EF4-FFF2-40B4-BE49-F238E27FC236}">
                  <a16:creationId xmlns:a16="http://schemas.microsoft.com/office/drawing/2014/main" id="{B78EE2EC-297B-674E-BC9E-AF2A079A0EE9}"/>
                </a:ext>
              </a:extLst>
            </p:cNvPr>
            <p:cNvSpPr>
              <a:spLocks noChangeArrowheads="1"/>
            </p:cNvSpPr>
            <p:nvPr/>
          </p:nvSpPr>
          <p:spPr bwMode="auto">
            <a:xfrm>
              <a:off x="4219" y="1355"/>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1" name="Rectangle 263">
              <a:extLst>
                <a:ext uri="{FF2B5EF4-FFF2-40B4-BE49-F238E27FC236}">
                  <a16:creationId xmlns:a16="http://schemas.microsoft.com/office/drawing/2014/main" id="{BB43DCC3-AACE-2547-BB94-7B16A8FBC7B4}"/>
                </a:ext>
              </a:extLst>
            </p:cNvPr>
            <p:cNvSpPr>
              <a:spLocks noChangeArrowheads="1"/>
            </p:cNvSpPr>
            <p:nvPr/>
          </p:nvSpPr>
          <p:spPr bwMode="auto">
            <a:xfrm>
              <a:off x="4226" y="1654"/>
              <a:ext cx="600"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62" name="Group 264">
              <a:extLst>
                <a:ext uri="{FF2B5EF4-FFF2-40B4-BE49-F238E27FC236}">
                  <a16:creationId xmlns:a16="http://schemas.microsoft.com/office/drawing/2014/main" id="{BE9FAFEA-3207-7B40-8DCF-C51EC50CFD36}"/>
                </a:ext>
              </a:extLst>
            </p:cNvPr>
            <p:cNvGrpSpPr>
              <a:grpSpLocks/>
            </p:cNvGrpSpPr>
            <p:nvPr/>
          </p:nvGrpSpPr>
          <p:grpSpPr bwMode="auto">
            <a:xfrm>
              <a:off x="4735" y="1627"/>
              <a:ext cx="582" cy="151"/>
              <a:chOff x="614" y="2568"/>
              <a:chExt cx="725" cy="139"/>
            </a:xfrm>
          </p:grpSpPr>
          <p:sp>
            <p:nvSpPr>
              <p:cNvPr id="378" name="AutoShape 265">
                <a:extLst>
                  <a:ext uri="{FF2B5EF4-FFF2-40B4-BE49-F238E27FC236}">
                    <a16:creationId xmlns:a16="http://schemas.microsoft.com/office/drawing/2014/main" id="{D5B1C960-9726-DC4E-8122-147912CFA6A0}"/>
                  </a:ext>
                </a:extLst>
              </p:cNvPr>
              <p:cNvSpPr>
                <a:spLocks noChangeArrowheads="1"/>
              </p:cNvSpPr>
              <p:nvPr/>
            </p:nvSpPr>
            <p:spPr bwMode="auto">
              <a:xfrm>
                <a:off x="612" y="2576"/>
                <a:ext cx="715"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9" name="AutoShape 266">
                <a:extLst>
                  <a:ext uri="{FF2B5EF4-FFF2-40B4-BE49-F238E27FC236}">
                    <a16:creationId xmlns:a16="http://schemas.microsoft.com/office/drawing/2014/main" id="{5733F569-CE15-F34F-BD6D-ADB63FE00EAE}"/>
                  </a:ext>
                </a:extLst>
              </p:cNvPr>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3" name="Freeform 267">
              <a:extLst>
                <a:ext uri="{FF2B5EF4-FFF2-40B4-BE49-F238E27FC236}">
                  <a16:creationId xmlns:a16="http://schemas.microsoft.com/office/drawing/2014/main" id="{C1F7D361-20D4-6449-A457-1CFA8ABB1EF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64" name="Group 268">
              <a:extLst>
                <a:ext uri="{FF2B5EF4-FFF2-40B4-BE49-F238E27FC236}">
                  <a16:creationId xmlns:a16="http://schemas.microsoft.com/office/drawing/2014/main" id="{C722D5CE-FFF5-B04A-B766-E46D8B6F7B63}"/>
                </a:ext>
              </a:extLst>
            </p:cNvPr>
            <p:cNvGrpSpPr>
              <a:grpSpLocks/>
            </p:cNvGrpSpPr>
            <p:nvPr/>
          </p:nvGrpSpPr>
          <p:grpSpPr bwMode="auto">
            <a:xfrm>
              <a:off x="4739" y="1327"/>
              <a:ext cx="582" cy="139"/>
              <a:chOff x="614" y="2568"/>
              <a:chExt cx="725" cy="139"/>
            </a:xfrm>
          </p:grpSpPr>
          <p:sp>
            <p:nvSpPr>
              <p:cNvPr id="376" name="AutoShape 269">
                <a:extLst>
                  <a:ext uri="{FF2B5EF4-FFF2-40B4-BE49-F238E27FC236}">
                    <a16:creationId xmlns:a16="http://schemas.microsoft.com/office/drawing/2014/main" id="{67DF6ED1-AA32-5447-9FDE-2404636986DC}"/>
                  </a:ext>
                </a:extLst>
              </p:cNvPr>
              <p:cNvSpPr>
                <a:spLocks noChangeArrowheads="1"/>
              </p:cNvSpPr>
              <p:nvPr/>
            </p:nvSpPr>
            <p:spPr bwMode="auto">
              <a:xfrm>
                <a:off x="616"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7" name="AutoShape 270">
                <a:extLst>
                  <a:ext uri="{FF2B5EF4-FFF2-40B4-BE49-F238E27FC236}">
                    <a16:creationId xmlns:a16="http://schemas.microsoft.com/office/drawing/2014/main" id="{90A9D118-8880-C54A-BBC7-CE7D1B848DF4}"/>
                  </a:ext>
                </a:extLst>
              </p:cNvPr>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5" name="Rectangle 271">
              <a:extLst>
                <a:ext uri="{FF2B5EF4-FFF2-40B4-BE49-F238E27FC236}">
                  <a16:creationId xmlns:a16="http://schemas.microsoft.com/office/drawing/2014/main" id="{A690A284-3B4A-7F46-B9EF-C8E5D372CA38}"/>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6" name="Freeform 272">
              <a:extLst>
                <a:ext uri="{FF2B5EF4-FFF2-40B4-BE49-F238E27FC236}">
                  <a16:creationId xmlns:a16="http://schemas.microsoft.com/office/drawing/2014/main" id="{FAE0BC8A-CB61-E247-8129-A06A780489FE}"/>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7" name="Freeform 273">
              <a:extLst>
                <a:ext uri="{FF2B5EF4-FFF2-40B4-BE49-F238E27FC236}">
                  <a16:creationId xmlns:a16="http://schemas.microsoft.com/office/drawing/2014/main" id="{8A349497-6444-AD48-9247-E4C5739B5DF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8" name="Oval 274">
              <a:extLst>
                <a:ext uri="{FF2B5EF4-FFF2-40B4-BE49-F238E27FC236}">
                  <a16:creationId xmlns:a16="http://schemas.microsoft.com/office/drawing/2014/main" id="{BDC79C41-E09A-2443-BDEC-2A6F17C644C3}"/>
                </a:ext>
              </a:extLst>
            </p:cNvPr>
            <p:cNvSpPr>
              <a:spLocks noChangeArrowheads="1"/>
            </p:cNvSpPr>
            <p:nvPr/>
          </p:nvSpPr>
          <p:spPr bwMode="auto">
            <a:xfrm>
              <a:off x="5519" y="2610"/>
              <a:ext cx="46"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9" name="Freeform 275">
              <a:extLst>
                <a:ext uri="{FF2B5EF4-FFF2-40B4-BE49-F238E27FC236}">
                  <a16:creationId xmlns:a16="http://schemas.microsoft.com/office/drawing/2014/main" id="{0473CFC7-92BF-8940-AF0E-19B054B5A1A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70" name="AutoShape 276">
              <a:extLst>
                <a:ext uri="{FF2B5EF4-FFF2-40B4-BE49-F238E27FC236}">
                  <a16:creationId xmlns:a16="http://schemas.microsoft.com/office/drawing/2014/main" id="{1969FD72-203F-C144-87E3-567866526888}"/>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1" name="AutoShape 277">
              <a:extLst>
                <a:ext uri="{FF2B5EF4-FFF2-40B4-BE49-F238E27FC236}">
                  <a16:creationId xmlns:a16="http://schemas.microsoft.com/office/drawing/2014/main" id="{2CDDCA63-AFD3-484C-B3ED-91A6C8F4AEED}"/>
                </a:ext>
              </a:extLst>
            </p:cNvPr>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2" name="Oval 278">
              <a:extLst>
                <a:ext uri="{FF2B5EF4-FFF2-40B4-BE49-F238E27FC236}">
                  <a16:creationId xmlns:a16="http://schemas.microsoft.com/office/drawing/2014/main" id="{54DEE2B5-F030-E44E-B87D-CD1F5CA57B37}"/>
                </a:ext>
              </a:extLst>
            </p:cNvPr>
            <p:cNvSpPr>
              <a:spLocks noChangeArrowheads="1"/>
            </p:cNvSpPr>
            <p:nvPr/>
          </p:nvSpPr>
          <p:spPr bwMode="auto">
            <a:xfrm>
              <a:off x="4305" y="2383"/>
              <a:ext cx="165"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3" name="Oval 279">
              <a:extLst>
                <a:ext uri="{FF2B5EF4-FFF2-40B4-BE49-F238E27FC236}">
                  <a16:creationId xmlns:a16="http://schemas.microsoft.com/office/drawing/2014/main" id="{25DBA9D9-B221-EA4B-8D68-29FEF58A9043}"/>
                </a:ext>
              </a:extLst>
            </p:cNvPr>
            <p:cNvSpPr>
              <a:spLocks noChangeArrowheads="1"/>
            </p:cNvSpPr>
            <p:nvPr/>
          </p:nvSpPr>
          <p:spPr bwMode="auto">
            <a:xfrm>
              <a:off x="4483" y="2383"/>
              <a:ext cx="165"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74" name="Oval 280">
              <a:extLst>
                <a:ext uri="{FF2B5EF4-FFF2-40B4-BE49-F238E27FC236}">
                  <a16:creationId xmlns:a16="http://schemas.microsoft.com/office/drawing/2014/main" id="{C222FC8B-E674-3645-9289-8BBF6B062A1E}"/>
                </a:ext>
              </a:extLst>
            </p:cNvPr>
            <p:cNvSpPr>
              <a:spLocks noChangeArrowheads="1"/>
            </p:cNvSpPr>
            <p:nvPr/>
          </p:nvSpPr>
          <p:spPr bwMode="auto">
            <a:xfrm>
              <a:off x="4661" y="2383"/>
              <a:ext cx="158"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5" name="Rectangle 281">
              <a:extLst>
                <a:ext uri="{FF2B5EF4-FFF2-40B4-BE49-F238E27FC236}">
                  <a16:creationId xmlns:a16="http://schemas.microsoft.com/office/drawing/2014/main" id="{24E8831C-4EF1-484C-A81B-D543074B80EF}"/>
                </a:ext>
              </a:extLst>
            </p:cNvPr>
            <p:cNvSpPr>
              <a:spLocks noChangeArrowheads="1"/>
            </p:cNvSpPr>
            <p:nvPr/>
          </p:nvSpPr>
          <p:spPr bwMode="auto">
            <a:xfrm>
              <a:off x="5064" y="1833"/>
              <a:ext cx="79"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84" name="TextBox 182">
            <a:extLst>
              <a:ext uri="{FF2B5EF4-FFF2-40B4-BE49-F238E27FC236}">
                <a16:creationId xmlns:a16="http://schemas.microsoft.com/office/drawing/2014/main" id="{BD6D333C-911B-244D-8202-FCB19852A18F}"/>
              </a:ext>
            </a:extLst>
          </p:cNvPr>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KingCDN.com</a:t>
            </a:r>
            <a:endParaRPr lang="en-US" altLang="en-US" sz="1800" i="1" dirty="0">
              <a:solidFill>
                <a:srgbClr val="000000"/>
              </a:solidFill>
              <a:latin typeface="Arial Narrow" panose="020B0604020202020204" pitchFamily="34" charset="0"/>
              <a:cs typeface="Arial"/>
            </a:endParaRPr>
          </a:p>
        </p:txBody>
      </p:sp>
      <p:grpSp>
        <p:nvGrpSpPr>
          <p:cNvPr id="386" name="Group 385">
            <a:extLst>
              <a:ext uri="{FF2B5EF4-FFF2-40B4-BE49-F238E27FC236}">
                <a16:creationId xmlns:a16="http://schemas.microsoft.com/office/drawing/2014/main" id="{035EE262-4E26-6A4E-868C-00FFE64716F6}"/>
              </a:ext>
            </a:extLst>
          </p:cNvPr>
          <p:cNvGrpSpPr>
            <a:grpSpLocks/>
          </p:cNvGrpSpPr>
          <p:nvPr/>
        </p:nvGrpSpPr>
        <p:grpSpPr bwMode="auto">
          <a:xfrm>
            <a:off x="4318794" y="2918901"/>
            <a:ext cx="1628775" cy="1063625"/>
            <a:chOff x="1490926" y="3037262"/>
            <a:chExt cx="1628976" cy="1063042"/>
          </a:xfrm>
        </p:grpSpPr>
        <p:cxnSp>
          <p:nvCxnSpPr>
            <p:cNvPr id="387" name="Straight Arrow Connector 44">
              <a:extLst>
                <a:ext uri="{FF2B5EF4-FFF2-40B4-BE49-F238E27FC236}">
                  <a16:creationId xmlns:a16="http://schemas.microsoft.com/office/drawing/2014/main" id="{EC9B7F0F-F8C6-764B-9846-0689779FD289}"/>
                </a:ext>
              </a:extLst>
            </p:cNvPr>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a:extLst>
                <a:ext uri="{FF2B5EF4-FFF2-40B4-BE49-F238E27FC236}">
                  <a16:creationId xmlns:a16="http://schemas.microsoft.com/office/drawing/2014/main" id="{4D1DC8B6-C122-E74D-B508-03D946281A33}"/>
                </a:ext>
              </a:extLst>
            </p:cNvPr>
            <p:cNvGrpSpPr>
              <a:grpSpLocks/>
            </p:cNvGrpSpPr>
            <p:nvPr/>
          </p:nvGrpSpPr>
          <p:grpSpPr bwMode="auto">
            <a:xfrm>
              <a:off x="2056927" y="3410016"/>
              <a:ext cx="317511" cy="345125"/>
              <a:chOff x="7454630" y="3313376"/>
              <a:chExt cx="317511" cy="345125"/>
            </a:xfrm>
          </p:grpSpPr>
          <p:sp>
            <p:nvSpPr>
              <p:cNvPr id="389" name="Oval 61440">
                <a:extLst>
                  <a:ext uri="{FF2B5EF4-FFF2-40B4-BE49-F238E27FC236}">
                    <a16:creationId xmlns:a16="http://schemas.microsoft.com/office/drawing/2014/main" id="{93EDCA37-C24D-8F44-9E75-91521C6D30A0}"/>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0" name="TextBox 61439">
                <a:extLst>
                  <a:ext uri="{FF2B5EF4-FFF2-40B4-BE49-F238E27FC236}">
                    <a16:creationId xmlns:a16="http://schemas.microsoft.com/office/drawing/2014/main" id="{393991E9-81AE-214E-AF23-8915E8568B86}"/>
                  </a:ext>
                </a:extLst>
              </p:cNvPr>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grpSp>
      </p:grpSp>
      <p:sp>
        <p:nvSpPr>
          <p:cNvPr id="391" name="TextBox 390">
            <a:extLst>
              <a:ext uri="{FF2B5EF4-FFF2-40B4-BE49-F238E27FC236}">
                <a16:creationId xmlns:a16="http://schemas.microsoft.com/office/drawing/2014/main" id="{952FF972-4062-FC46-876F-F05487F2DE5B}"/>
              </a:ext>
            </a:extLst>
          </p:cNvPr>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ts val="2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1. Bob gets URL for video http://netcinema.com/6Y7B23V</a:t>
            </a:r>
          </a:p>
          <a:p>
            <a:pPr eaLnBrk="0" fontAlgn="base" hangingPunct="0">
              <a:spcBef>
                <a:spcPts val="2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from netcinema.com web page</a:t>
            </a:r>
          </a:p>
        </p:txBody>
      </p:sp>
      <p:grpSp>
        <p:nvGrpSpPr>
          <p:cNvPr id="392" name="Group 391">
            <a:extLst>
              <a:ext uri="{FF2B5EF4-FFF2-40B4-BE49-F238E27FC236}">
                <a16:creationId xmlns:a16="http://schemas.microsoft.com/office/drawing/2014/main" id="{509E4C1F-04A2-6443-B4E4-0E71C60C619C}"/>
              </a:ext>
            </a:extLst>
          </p:cNvPr>
          <p:cNvGrpSpPr>
            <a:grpSpLocks/>
          </p:cNvGrpSpPr>
          <p:nvPr/>
        </p:nvGrpSpPr>
        <p:grpSpPr bwMode="auto">
          <a:xfrm>
            <a:off x="6747669" y="3107813"/>
            <a:ext cx="714375" cy="684213"/>
            <a:chOff x="3924463" y="3239045"/>
            <a:chExt cx="713539" cy="684908"/>
          </a:xfrm>
        </p:grpSpPr>
        <p:cxnSp>
          <p:nvCxnSpPr>
            <p:cNvPr id="393" name="Straight Arrow Connector 193">
              <a:extLst>
                <a:ext uri="{FF2B5EF4-FFF2-40B4-BE49-F238E27FC236}">
                  <a16:creationId xmlns:a16="http://schemas.microsoft.com/office/drawing/2014/main" id="{27297D97-7349-D648-9865-F56724CE1665}"/>
                </a:ext>
              </a:extLst>
            </p:cNvPr>
            <p:cNvCxnSpPr>
              <a:cxnSpLocks noChangeShapeType="1"/>
            </p:cNvCxnSpPr>
            <p:nvPr/>
          </p:nvCxnSpPr>
          <p:spPr bwMode="auto">
            <a:xfrm>
              <a:off x="3924463" y="3239045"/>
              <a:ext cx="713539" cy="684908"/>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a:extLst>
                <a:ext uri="{FF2B5EF4-FFF2-40B4-BE49-F238E27FC236}">
                  <a16:creationId xmlns:a16="http://schemas.microsoft.com/office/drawing/2014/main" id="{33C21FF6-9FB9-DD4F-B432-F3AE79608CD6}"/>
                </a:ext>
              </a:extLst>
            </p:cNvPr>
            <p:cNvGrpSpPr>
              <a:grpSpLocks/>
            </p:cNvGrpSpPr>
            <p:nvPr/>
          </p:nvGrpSpPr>
          <p:grpSpPr bwMode="auto">
            <a:xfrm>
              <a:off x="4061324" y="3293627"/>
              <a:ext cx="322117" cy="358925"/>
              <a:chOff x="7408615" y="3244352"/>
              <a:chExt cx="322117" cy="358925"/>
            </a:xfrm>
          </p:grpSpPr>
          <p:sp>
            <p:nvSpPr>
              <p:cNvPr id="395" name="Oval 195">
                <a:extLst>
                  <a:ext uri="{FF2B5EF4-FFF2-40B4-BE49-F238E27FC236}">
                    <a16:creationId xmlns:a16="http://schemas.microsoft.com/office/drawing/2014/main" id="{77F66551-33AD-D74C-AC6E-113291F2F4F0}"/>
                  </a:ext>
                </a:extLst>
              </p:cNvPr>
              <p:cNvSpPr>
                <a:spLocks noChangeArrowheads="1"/>
              </p:cNvSpPr>
              <p:nvPr/>
            </p:nvSpPr>
            <p:spPr bwMode="auto">
              <a:xfrm>
                <a:off x="7427025" y="3299570"/>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6" name="TextBox 196">
                <a:extLst>
                  <a:ext uri="{FF2B5EF4-FFF2-40B4-BE49-F238E27FC236}">
                    <a16:creationId xmlns:a16="http://schemas.microsoft.com/office/drawing/2014/main" id="{4F5F4F9E-A100-7B47-B2B2-9434ACA1D8F9}"/>
                  </a:ext>
                </a:extLst>
              </p:cNvPr>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grpSp>
      </p:grpSp>
      <p:sp>
        <p:nvSpPr>
          <p:cNvPr id="397" name="TextBox 396">
            <a:extLst>
              <a:ext uri="{FF2B5EF4-FFF2-40B4-BE49-F238E27FC236}">
                <a16:creationId xmlns:a16="http://schemas.microsoft.com/office/drawing/2014/main" id="{D0D222BD-F17D-CA4B-8753-02501BB64FD1}"/>
              </a:ext>
            </a:extLst>
          </p:cNvPr>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2. resolve http://netcinema.com/6Y7B23V</a:t>
            </a:r>
          </a:p>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via Bob’s local DNS</a:t>
            </a:r>
          </a:p>
        </p:txBody>
      </p:sp>
      <p:sp>
        <p:nvSpPr>
          <p:cNvPr id="398" name="TextBox 201">
            <a:extLst>
              <a:ext uri="{FF2B5EF4-FFF2-40B4-BE49-F238E27FC236}">
                <a16:creationId xmlns:a16="http://schemas.microsoft.com/office/drawing/2014/main" id="{626CC49E-B156-624B-9A39-D5B5259F1A29}"/>
              </a:ext>
            </a:extLst>
          </p:cNvPr>
          <p:cNvSpPr txBox="1">
            <a:spLocks noChangeArrowheads="1"/>
          </p:cNvSpPr>
          <p:nvPr/>
        </p:nvSpPr>
        <p:spPr bwMode="auto">
          <a:xfrm>
            <a:off x="3232643" y="5809738"/>
            <a:ext cx="1670650" cy="558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netcinema’s</a:t>
            </a: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cxnSp>
        <p:nvCxnSpPr>
          <p:cNvPr id="399" name="Straight Arrow Connector 398">
            <a:extLst>
              <a:ext uri="{FF2B5EF4-FFF2-40B4-BE49-F238E27FC236}">
                <a16:creationId xmlns:a16="http://schemas.microsoft.com/office/drawing/2014/main" id="{85841993-5BD0-9B49-9B28-301C420EF85C}"/>
              </a:ext>
            </a:extLst>
          </p:cNvPr>
          <p:cNvCxnSpPr>
            <a:cxnSpLocks noChangeShapeType="1"/>
          </p:cNvCxnSpPr>
          <p:nvPr/>
        </p:nvCxnSpPr>
        <p:spPr bwMode="auto">
          <a:xfrm flipH="1">
            <a:off x="4441031" y="4041263"/>
            <a:ext cx="3100388" cy="1376363"/>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a:extLst>
              <a:ext uri="{FF2B5EF4-FFF2-40B4-BE49-F238E27FC236}">
                <a16:creationId xmlns:a16="http://schemas.microsoft.com/office/drawing/2014/main" id="{D15B0CA2-8317-C347-995F-CD80D6443444}"/>
              </a:ext>
            </a:extLst>
          </p:cNvPr>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a:extLst>
              <a:ext uri="{FF2B5EF4-FFF2-40B4-BE49-F238E27FC236}">
                <a16:creationId xmlns:a16="http://schemas.microsoft.com/office/drawing/2014/main" id="{07143E47-4F09-594F-A639-714BF074BEDB}"/>
              </a:ext>
            </a:extLst>
          </p:cNvPr>
          <p:cNvGrpSpPr>
            <a:grpSpLocks/>
          </p:cNvGrpSpPr>
          <p:nvPr/>
        </p:nvGrpSpPr>
        <p:grpSpPr bwMode="auto">
          <a:xfrm>
            <a:off x="4666456" y="5100126"/>
            <a:ext cx="317500" cy="344487"/>
            <a:chOff x="7454630" y="3313376"/>
            <a:chExt cx="317511" cy="345125"/>
          </a:xfrm>
        </p:grpSpPr>
        <p:sp>
          <p:nvSpPr>
            <p:cNvPr id="402" name="Oval 205">
              <a:extLst>
                <a:ext uri="{FF2B5EF4-FFF2-40B4-BE49-F238E27FC236}">
                  <a16:creationId xmlns:a16="http://schemas.microsoft.com/office/drawing/2014/main" id="{3A6B30D1-BE61-034D-AE0A-968B35619EBB}"/>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3" name="TextBox 206">
              <a:extLst>
                <a:ext uri="{FF2B5EF4-FFF2-40B4-BE49-F238E27FC236}">
                  <a16:creationId xmlns:a16="http://schemas.microsoft.com/office/drawing/2014/main" id="{71904DCE-E8E1-254B-937E-A9E2181C1A26}"/>
                </a:ext>
              </a:extLst>
            </p:cNvPr>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404" name="TextBox 403">
            <a:extLst>
              <a:ext uri="{FF2B5EF4-FFF2-40B4-BE49-F238E27FC236}">
                <a16:creationId xmlns:a16="http://schemas.microsoft.com/office/drawing/2014/main" id="{39C2736F-EF91-3C48-BE75-B7C123CB5061}"/>
              </a:ext>
            </a:extLst>
          </p:cNvPr>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3. netcinema’s DNS returns CNAME for </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http://KingCDN.com/NetC6y&amp;B</a:t>
            </a:r>
            <a:r>
              <a:rPr kumimoji="0" lang="en-US" altLang="en-US" sz="18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23V</a:t>
            </a:r>
          </a:p>
        </p:txBody>
      </p:sp>
      <p:cxnSp>
        <p:nvCxnSpPr>
          <p:cNvPr id="405" name="Straight Arrow Connector 404">
            <a:extLst>
              <a:ext uri="{FF2B5EF4-FFF2-40B4-BE49-F238E27FC236}">
                <a16:creationId xmlns:a16="http://schemas.microsoft.com/office/drawing/2014/main" id="{AE15AA97-8E65-0943-8C47-86BC8B8958E7}"/>
              </a:ext>
            </a:extLst>
          </p:cNvPr>
          <p:cNvCxnSpPr>
            <a:cxnSpLocks noChangeShapeType="1"/>
          </p:cNvCxnSpPr>
          <p:nvPr/>
        </p:nvCxnSpPr>
        <p:spPr bwMode="auto">
          <a:xfrm>
            <a:off x="7860506" y="4357176"/>
            <a:ext cx="447675" cy="962025"/>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a:extLst>
              <a:ext uri="{FF2B5EF4-FFF2-40B4-BE49-F238E27FC236}">
                <a16:creationId xmlns:a16="http://schemas.microsoft.com/office/drawing/2014/main" id="{63BF049A-C442-3F42-BD5E-0177C78C3DC0}"/>
              </a:ext>
            </a:extLst>
          </p:cNvPr>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a:extLst>
              <a:ext uri="{FF2B5EF4-FFF2-40B4-BE49-F238E27FC236}">
                <a16:creationId xmlns:a16="http://schemas.microsoft.com/office/drawing/2014/main" id="{49EF432C-AF5B-DE4C-9D23-338ACBD51458}"/>
              </a:ext>
            </a:extLst>
          </p:cNvPr>
          <p:cNvGrpSpPr>
            <a:grpSpLocks/>
          </p:cNvGrpSpPr>
          <p:nvPr/>
        </p:nvGrpSpPr>
        <p:grpSpPr bwMode="auto">
          <a:xfrm>
            <a:off x="7944644" y="4609588"/>
            <a:ext cx="317500" cy="346075"/>
            <a:chOff x="7454630" y="3313376"/>
            <a:chExt cx="317511" cy="345125"/>
          </a:xfrm>
        </p:grpSpPr>
        <p:sp>
          <p:nvSpPr>
            <p:cNvPr id="408" name="Oval 213">
              <a:extLst>
                <a:ext uri="{FF2B5EF4-FFF2-40B4-BE49-F238E27FC236}">
                  <a16:creationId xmlns:a16="http://schemas.microsoft.com/office/drawing/2014/main" id="{238A22EE-4E78-1B4C-8EC1-95FBB3712F74}"/>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9" name="TextBox 214">
              <a:extLst>
                <a:ext uri="{FF2B5EF4-FFF2-40B4-BE49-F238E27FC236}">
                  <a16:creationId xmlns:a16="http://schemas.microsoft.com/office/drawing/2014/main" id="{1E561008-A0C6-4B46-9C31-9BFC59942FD6}"/>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4</a:t>
              </a:r>
            </a:p>
          </p:txBody>
        </p:sp>
      </p:grpSp>
      <p:cxnSp>
        <p:nvCxnSpPr>
          <p:cNvPr id="410" name="Straight Arrow Connector 409">
            <a:extLst>
              <a:ext uri="{FF2B5EF4-FFF2-40B4-BE49-F238E27FC236}">
                <a16:creationId xmlns:a16="http://schemas.microsoft.com/office/drawing/2014/main" id="{5AE10B27-3C87-914C-8F2B-E7A11C88CF5A}"/>
              </a:ext>
            </a:extLst>
          </p:cNvPr>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a:extLst>
              <a:ext uri="{FF2B5EF4-FFF2-40B4-BE49-F238E27FC236}">
                <a16:creationId xmlns:a16="http://schemas.microsoft.com/office/drawing/2014/main" id="{FF68BA22-0748-0443-97B5-ABC135BFF89A}"/>
              </a:ext>
            </a:extLst>
          </p:cNvPr>
          <p:cNvGrpSpPr>
            <a:grpSpLocks/>
          </p:cNvGrpSpPr>
          <p:nvPr/>
        </p:nvGrpSpPr>
        <p:grpSpPr bwMode="auto">
          <a:xfrm>
            <a:off x="6982619" y="3549138"/>
            <a:ext cx="317500" cy="346075"/>
            <a:chOff x="7454630" y="3313376"/>
            <a:chExt cx="317511" cy="345125"/>
          </a:xfrm>
        </p:grpSpPr>
        <p:sp>
          <p:nvSpPr>
            <p:cNvPr id="412" name="Oval 223">
              <a:extLst>
                <a:ext uri="{FF2B5EF4-FFF2-40B4-BE49-F238E27FC236}">
                  <a16:creationId xmlns:a16="http://schemas.microsoft.com/office/drawing/2014/main" id="{BDCD12BC-5489-0B40-82C8-15B36A062FB8}"/>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13" name="TextBox 224">
              <a:extLst>
                <a:ext uri="{FF2B5EF4-FFF2-40B4-BE49-F238E27FC236}">
                  <a16:creationId xmlns:a16="http://schemas.microsoft.com/office/drawing/2014/main" id="{90D7C417-3669-8249-9592-BB87A560128F}"/>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5</a:t>
              </a:r>
            </a:p>
          </p:txBody>
        </p:sp>
      </p:grpSp>
      <p:cxnSp>
        <p:nvCxnSpPr>
          <p:cNvPr id="414" name="Straight Arrow Connector 413">
            <a:extLst>
              <a:ext uri="{FF2B5EF4-FFF2-40B4-BE49-F238E27FC236}">
                <a16:creationId xmlns:a16="http://schemas.microsoft.com/office/drawing/2014/main" id="{AB49EF5F-CB45-5C4D-B85C-16D165D02BF5}"/>
              </a:ext>
            </a:extLst>
          </p:cNvPr>
          <p:cNvCxnSpPr>
            <a:cxnSpLocks noChangeShapeType="1"/>
          </p:cNvCxnSpPr>
          <p:nvPr/>
        </p:nvCxnSpPr>
        <p:spPr bwMode="auto">
          <a:xfrm flipH="1">
            <a:off x="6139656" y="3084001"/>
            <a:ext cx="4763" cy="2362200"/>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a:extLst>
              <a:ext uri="{FF2B5EF4-FFF2-40B4-BE49-F238E27FC236}">
                <a16:creationId xmlns:a16="http://schemas.microsoft.com/office/drawing/2014/main" id="{21229D4D-644B-0B45-A23F-92A9DFC2B45D}"/>
              </a:ext>
            </a:extLst>
          </p:cNvPr>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endParaRPr lang="en-US" altLang="en-US" sz="1800" dirty="0">
              <a:solidFill>
                <a:srgbClr val="000000"/>
              </a:solidFill>
              <a:cs typeface="Arial"/>
            </a:endParaRPr>
          </a:p>
        </p:txBody>
      </p:sp>
      <p:sp>
        <p:nvSpPr>
          <p:cNvPr id="416" name="TextBox 415">
            <a:extLst>
              <a:ext uri="{FF2B5EF4-FFF2-40B4-BE49-F238E27FC236}">
                <a16:creationId xmlns:a16="http://schemas.microsoft.com/office/drawing/2014/main" id="{D6445686-B691-E444-ABCC-26447CF86AEE}"/>
              </a:ext>
            </a:extLst>
          </p:cNvPr>
          <p:cNvSpPr txBox="1">
            <a:spLocks noChangeArrowheads="1"/>
          </p:cNvSpPr>
          <p:nvPr/>
        </p:nvSpPr>
        <p:spPr bwMode="auto">
          <a:xfrm>
            <a:off x="5082381" y="3600974"/>
            <a:ext cx="1770070"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6. request video from</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 server,</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streamed via HTTP</a:t>
            </a:r>
          </a:p>
        </p:txBody>
      </p:sp>
      <p:sp>
        <p:nvSpPr>
          <p:cNvPr id="417" name="TextBox 232">
            <a:extLst>
              <a:ext uri="{FF2B5EF4-FFF2-40B4-BE49-F238E27FC236}">
                <a16:creationId xmlns:a16="http://schemas.microsoft.com/office/drawing/2014/main" id="{D7970AFB-28A6-FE4E-B409-C835D3B6F1F1}"/>
              </a:ext>
            </a:extLst>
          </p:cNvPr>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KingCDN</a:t>
            </a: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sp>
        <p:nvSpPr>
          <p:cNvPr id="418" name="TextBox 182">
            <a:extLst>
              <a:ext uri="{FF2B5EF4-FFF2-40B4-BE49-F238E27FC236}">
                <a16:creationId xmlns:a16="http://schemas.microsoft.com/office/drawing/2014/main" id="{301D4564-1CE9-1444-876E-162FDACE3BC4}"/>
              </a:ext>
            </a:extLst>
          </p:cNvPr>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Bob’s </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local DNS</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server</a:t>
            </a:r>
            <a:endParaRPr lang="en-US" altLang="en-US" sz="1800" i="1" dirty="0">
              <a:solidFill>
                <a:srgbClr val="000000"/>
              </a:solidFill>
              <a:latin typeface="Arial Narrow" panose="020B0604020202020204" pitchFamily="34" charset="0"/>
              <a:cs typeface="Arial"/>
            </a:endParaRPr>
          </a:p>
        </p:txBody>
      </p:sp>
      <p:sp>
        <p:nvSpPr>
          <p:cNvPr id="419" name="TextBox 418">
            <a:extLst>
              <a:ext uri="{FF2B5EF4-FFF2-40B4-BE49-F238E27FC236}">
                <a16:creationId xmlns:a16="http://schemas.microsoft.com/office/drawing/2014/main" id="{7CD0F5A8-17DB-0344-A2A1-BEBD799331AE}"/>
              </a:ext>
            </a:extLst>
          </p:cNvPr>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dirty="0">
                <a:latin typeface="+mn-lt"/>
                <a:ea typeface="ＭＳ Ｐゴシック" charset="0"/>
              </a:rPr>
              <a:t>Bob (client) requests video </a:t>
            </a:r>
            <a:r>
              <a:rPr lang="en-US" sz="2400" dirty="0">
                <a:latin typeface="+mn-lt"/>
                <a:ea typeface="ＭＳ Ｐゴシック" charset="0"/>
              </a:rPr>
              <a:t>http://netcinema.com</a:t>
            </a:r>
            <a:r>
              <a:rPr lang="en-US" sz="2800" dirty="0">
                <a:latin typeface="+mn-lt"/>
                <a:ea typeface="ＭＳ Ｐゴシック" charset="0"/>
              </a:rPr>
              <a:t>/</a:t>
            </a:r>
            <a:r>
              <a:rPr lang="en-US" sz="2400" dirty="0">
                <a:latin typeface="+mn-lt"/>
                <a:ea typeface="ＭＳ Ｐゴシック" charset="0"/>
              </a:rPr>
              <a:t>6Y7B23V</a:t>
            </a:r>
          </a:p>
          <a:p>
            <a:pPr marL="457200" indent="-230188">
              <a:buClr>
                <a:srgbClr val="0000A3"/>
              </a:buClr>
              <a:buFont typeface="Wingdings" charset="2"/>
              <a:buChar char="§"/>
              <a:defRPr/>
            </a:pPr>
            <a:r>
              <a:rPr lang="en-US" dirty="0">
                <a:latin typeface="+mn-lt"/>
                <a:ea typeface="ＭＳ Ｐゴシック" charset="0"/>
              </a:rPr>
              <a:t>video stored in CDN at http://KingCDN.com/NetC6y&amp;B23V</a:t>
            </a:r>
          </a:p>
        </p:txBody>
      </p:sp>
      <p:sp>
        <p:nvSpPr>
          <p:cNvPr id="211" name="Slide Number Placeholder 2">
            <a:extLst>
              <a:ext uri="{FF2B5EF4-FFF2-40B4-BE49-F238E27FC236}">
                <a16:creationId xmlns:a16="http://schemas.microsoft.com/office/drawing/2014/main" id="{48DF00BD-E29D-9D49-965F-FBED620571E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118</a:t>
            </a:fld>
            <a:endParaRPr lang="en-US" dirty="0"/>
          </a:p>
        </p:txBody>
      </p:sp>
      <p:pic>
        <p:nvPicPr>
          <p:cNvPr id="2" name="Picture 1" descr="A cartoon of a person with a green bow tie&#10;&#10;Description automatically generated">
            <a:extLst>
              <a:ext uri="{FF2B5EF4-FFF2-40B4-BE49-F238E27FC236}">
                <a16:creationId xmlns:a16="http://schemas.microsoft.com/office/drawing/2014/main" id="{5176CDF6-2E1A-2B6C-6A6E-0D7E5093A566}"/>
              </a:ext>
            </a:extLst>
          </p:cNvPr>
          <p:cNvPicPr>
            <a:picLocks noChangeAspect="1"/>
          </p:cNvPicPr>
          <p:nvPr/>
        </p:nvPicPr>
        <p:blipFill>
          <a:blip r:embed="rId4"/>
          <a:stretch>
            <a:fillRect/>
          </a:stretch>
        </p:blipFill>
        <p:spPr>
          <a:xfrm>
            <a:off x="6853869" y="2098126"/>
            <a:ext cx="855059" cy="712537"/>
          </a:xfrm>
          <a:prstGeom prst="rect">
            <a:avLst/>
          </a:prstGeom>
        </p:spPr>
      </p:pic>
    </p:spTree>
    <p:extLst>
      <p:ext uri="{BB962C8B-B14F-4D97-AF65-F5344CB8AC3E}">
        <p14:creationId xmlns:p14="http://schemas.microsoft.com/office/powerpoint/2010/main" val="152860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Case study: Netflix</a:t>
            </a:r>
          </a:p>
        </p:txBody>
      </p:sp>
      <p:grpSp>
        <p:nvGrpSpPr>
          <p:cNvPr id="211" name="Group 249">
            <a:extLst>
              <a:ext uri="{FF2B5EF4-FFF2-40B4-BE49-F238E27FC236}">
                <a16:creationId xmlns:a16="http://schemas.microsoft.com/office/drawing/2014/main" id="{DC2DE88D-F145-E948-B983-48014339441E}"/>
              </a:ext>
            </a:extLst>
          </p:cNvPr>
          <p:cNvGrpSpPr>
            <a:grpSpLocks/>
          </p:cNvGrpSpPr>
          <p:nvPr/>
        </p:nvGrpSpPr>
        <p:grpSpPr bwMode="auto">
          <a:xfrm>
            <a:off x="2638476" y="3253801"/>
            <a:ext cx="463550" cy="638175"/>
            <a:chOff x="4140" y="429"/>
            <a:chExt cx="1425" cy="2396"/>
          </a:xfrm>
        </p:grpSpPr>
        <p:sp>
          <p:nvSpPr>
            <p:cNvPr id="212" name="Freeform 250">
              <a:extLst>
                <a:ext uri="{FF2B5EF4-FFF2-40B4-BE49-F238E27FC236}">
                  <a16:creationId xmlns:a16="http://schemas.microsoft.com/office/drawing/2014/main" id="{FCB93815-CCA0-E04F-9569-DC05B714ED2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0" name="Rectangle 251">
              <a:extLst>
                <a:ext uri="{FF2B5EF4-FFF2-40B4-BE49-F238E27FC236}">
                  <a16:creationId xmlns:a16="http://schemas.microsoft.com/office/drawing/2014/main" id="{7D816689-FBD1-FB49-905D-9FD083717175}"/>
                </a:ext>
              </a:extLst>
            </p:cNvPr>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21" name="Freeform 252">
              <a:extLst>
                <a:ext uri="{FF2B5EF4-FFF2-40B4-BE49-F238E27FC236}">
                  <a16:creationId xmlns:a16="http://schemas.microsoft.com/office/drawing/2014/main" id="{B56C72C1-DE55-6544-BE9B-D62BDFF695B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2" name="Freeform 253">
              <a:extLst>
                <a:ext uri="{FF2B5EF4-FFF2-40B4-BE49-F238E27FC236}">
                  <a16:creationId xmlns:a16="http://schemas.microsoft.com/office/drawing/2014/main" id="{18F64B1F-B17B-C444-9FCC-C0A5F916C54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3" name="Rectangle 254">
              <a:extLst>
                <a:ext uri="{FF2B5EF4-FFF2-40B4-BE49-F238E27FC236}">
                  <a16:creationId xmlns:a16="http://schemas.microsoft.com/office/drawing/2014/main" id="{ADFDDCAB-F6AC-1347-B347-1950ACC4C26F}"/>
                </a:ext>
              </a:extLst>
            </p:cNvPr>
            <p:cNvSpPr>
              <a:spLocks noChangeArrowheads="1"/>
            </p:cNvSpPr>
            <p:nvPr/>
          </p:nvSpPr>
          <p:spPr bwMode="auto">
            <a:xfrm>
              <a:off x="4213"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4" name="Group 255">
              <a:extLst>
                <a:ext uri="{FF2B5EF4-FFF2-40B4-BE49-F238E27FC236}">
                  <a16:creationId xmlns:a16="http://schemas.microsoft.com/office/drawing/2014/main" id="{8C6919AC-FFBC-8840-992C-8B188151F96C}"/>
                </a:ext>
              </a:extLst>
            </p:cNvPr>
            <p:cNvGrpSpPr>
              <a:grpSpLocks/>
            </p:cNvGrpSpPr>
            <p:nvPr/>
          </p:nvGrpSpPr>
          <p:grpSpPr bwMode="auto">
            <a:xfrm>
              <a:off x="4749" y="668"/>
              <a:ext cx="581" cy="145"/>
              <a:chOff x="614" y="2568"/>
              <a:chExt cx="725" cy="139"/>
            </a:xfrm>
          </p:grpSpPr>
          <p:sp>
            <p:nvSpPr>
              <p:cNvPr id="449" name="AutoShape 256">
                <a:extLst>
                  <a:ext uri="{FF2B5EF4-FFF2-40B4-BE49-F238E27FC236}">
                    <a16:creationId xmlns:a16="http://schemas.microsoft.com/office/drawing/2014/main" id="{5EFE6127-7B08-2941-9AD4-D2348436316A}"/>
                  </a:ext>
                </a:extLst>
              </p:cNvPr>
              <p:cNvSpPr>
                <a:spLocks noChangeArrowheads="1"/>
              </p:cNvSpPr>
              <p:nvPr/>
            </p:nvSpPr>
            <p:spPr bwMode="auto">
              <a:xfrm>
                <a:off x="615" y="2567"/>
                <a:ext cx="725"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50" name="AutoShape 257">
                <a:extLst>
                  <a:ext uri="{FF2B5EF4-FFF2-40B4-BE49-F238E27FC236}">
                    <a16:creationId xmlns:a16="http://schemas.microsoft.com/office/drawing/2014/main" id="{7F91CCC8-ABC2-7142-90E5-10399EF7B67D}"/>
                  </a:ext>
                </a:extLst>
              </p:cNvPr>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25" name="Rectangle 258">
              <a:extLst>
                <a:ext uri="{FF2B5EF4-FFF2-40B4-BE49-F238E27FC236}">
                  <a16:creationId xmlns:a16="http://schemas.microsoft.com/office/drawing/2014/main" id="{3FD3E50C-13FE-454F-970F-4CB1B3863C80}"/>
                </a:ext>
              </a:extLst>
            </p:cNvPr>
            <p:cNvSpPr>
              <a:spLocks noChangeArrowheads="1"/>
            </p:cNvSpPr>
            <p:nvPr/>
          </p:nvSpPr>
          <p:spPr bwMode="auto">
            <a:xfrm>
              <a:off x="4223"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6" name="Group 259">
              <a:extLst>
                <a:ext uri="{FF2B5EF4-FFF2-40B4-BE49-F238E27FC236}">
                  <a16:creationId xmlns:a16="http://schemas.microsoft.com/office/drawing/2014/main" id="{55FB2F49-5847-5A4F-BB04-3277CE1DAB1F}"/>
                </a:ext>
              </a:extLst>
            </p:cNvPr>
            <p:cNvGrpSpPr>
              <a:grpSpLocks/>
            </p:cNvGrpSpPr>
            <p:nvPr/>
          </p:nvGrpSpPr>
          <p:grpSpPr bwMode="auto">
            <a:xfrm>
              <a:off x="4747" y="994"/>
              <a:ext cx="581" cy="134"/>
              <a:chOff x="614" y="2568"/>
              <a:chExt cx="725" cy="139"/>
            </a:xfrm>
          </p:grpSpPr>
          <p:sp>
            <p:nvSpPr>
              <p:cNvPr id="447" name="AutoShape 260">
                <a:extLst>
                  <a:ext uri="{FF2B5EF4-FFF2-40B4-BE49-F238E27FC236}">
                    <a16:creationId xmlns:a16="http://schemas.microsoft.com/office/drawing/2014/main" id="{09CD9DDB-30B9-864B-BE13-4CCD0DE861D0}"/>
                  </a:ext>
                </a:extLst>
              </p:cNvPr>
              <p:cNvSpPr>
                <a:spLocks noChangeArrowheads="1"/>
              </p:cNvSpPr>
              <p:nvPr/>
            </p:nvSpPr>
            <p:spPr bwMode="auto">
              <a:xfrm>
                <a:off x="612" y="2569"/>
                <a:ext cx="725"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8" name="AutoShape 261">
                <a:extLst>
                  <a:ext uri="{FF2B5EF4-FFF2-40B4-BE49-F238E27FC236}">
                    <a16:creationId xmlns:a16="http://schemas.microsoft.com/office/drawing/2014/main" id="{E7A875A2-1548-0348-B867-F3DB83EC71C3}"/>
                  </a:ext>
                </a:extLst>
              </p:cNvPr>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27" name="Rectangle 262">
              <a:extLst>
                <a:ext uri="{FF2B5EF4-FFF2-40B4-BE49-F238E27FC236}">
                  <a16:creationId xmlns:a16="http://schemas.microsoft.com/office/drawing/2014/main" id="{44DA1987-6860-2A4B-ADAB-1DC2F5A417A5}"/>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28" name="Rectangle 263">
              <a:extLst>
                <a:ext uri="{FF2B5EF4-FFF2-40B4-BE49-F238E27FC236}">
                  <a16:creationId xmlns:a16="http://schemas.microsoft.com/office/drawing/2014/main" id="{CA71CBCC-E8C6-8545-95E6-8BA3A6DFC4FA}"/>
                </a:ext>
              </a:extLst>
            </p:cNvPr>
            <p:cNvSpPr>
              <a:spLocks noChangeArrowheads="1"/>
            </p:cNvSpPr>
            <p:nvPr/>
          </p:nvSpPr>
          <p:spPr bwMode="auto">
            <a:xfrm>
              <a:off x="4228" y="1657"/>
              <a:ext cx="595"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9" name="Group 264">
              <a:extLst>
                <a:ext uri="{FF2B5EF4-FFF2-40B4-BE49-F238E27FC236}">
                  <a16:creationId xmlns:a16="http://schemas.microsoft.com/office/drawing/2014/main" id="{AC6CDDE8-625C-2141-A4E8-70428EC84451}"/>
                </a:ext>
              </a:extLst>
            </p:cNvPr>
            <p:cNvGrpSpPr>
              <a:grpSpLocks/>
            </p:cNvGrpSpPr>
            <p:nvPr/>
          </p:nvGrpSpPr>
          <p:grpSpPr bwMode="auto">
            <a:xfrm>
              <a:off x="4735" y="1627"/>
              <a:ext cx="582" cy="151"/>
              <a:chOff x="614" y="2568"/>
              <a:chExt cx="725" cy="139"/>
            </a:xfrm>
          </p:grpSpPr>
          <p:sp>
            <p:nvSpPr>
              <p:cNvPr id="445" name="AutoShape 265">
                <a:extLst>
                  <a:ext uri="{FF2B5EF4-FFF2-40B4-BE49-F238E27FC236}">
                    <a16:creationId xmlns:a16="http://schemas.microsoft.com/office/drawing/2014/main" id="{66961152-A1B9-EE4C-B95E-4BFF3B2DD57D}"/>
                  </a:ext>
                </a:extLst>
              </p:cNvPr>
              <p:cNvSpPr>
                <a:spLocks noChangeArrowheads="1"/>
              </p:cNvSpPr>
              <p:nvPr/>
            </p:nvSpPr>
            <p:spPr bwMode="auto">
              <a:xfrm>
                <a:off x="614" y="2568"/>
                <a:ext cx="71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6" name="AutoShape 266">
                <a:extLst>
                  <a:ext uri="{FF2B5EF4-FFF2-40B4-BE49-F238E27FC236}">
                    <a16:creationId xmlns:a16="http://schemas.microsoft.com/office/drawing/2014/main" id="{EBAA2FB9-FFB4-8F48-B73C-8305D27509E2}"/>
                  </a:ext>
                </a:extLst>
              </p:cNvPr>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30" name="Freeform 267">
              <a:extLst>
                <a:ext uri="{FF2B5EF4-FFF2-40B4-BE49-F238E27FC236}">
                  <a16:creationId xmlns:a16="http://schemas.microsoft.com/office/drawing/2014/main" id="{C901D83F-7165-6A4D-9A4D-E50847306D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31" name="Group 268">
              <a:extLst>
                <a:ext uri="{FF2B5EF4-FFF2-40B4-BE49-F238E27FC236}">
                  <a16:creationId xmlns:a16="http://schemas.microsoft.com/office/drawing/2014/main" id="{0D1712F2-8FE8-DA4A-BA3A-39DF2386CB21}"/>
                </a:ext>
              </a:extLst>
            </p:cNvPr>
            <p:cNvGrpSpPr>
              <a:grpSpLocks/>
            </p:cNvGrpSpPr>
            <p:nvPr/>
          </p:nvGrpSpPr>
          <p:grpSpPr bwMode="auto">
            <a:xfrm>
              <a:off x="4739" y="1327"/>
              <a:ext cx="582" cy="139"/>
              <a:chOff x="614" y="2568"/>
              <a:chExt cx="725" cy="139"/>
            </a:xfrm>
          </p:grpSpPr>
          <p:sp>
            <p:nvSpPr>
              <p:cNvPr id="443" name="AutoShape 269">
                <a:extLst>
                  <a:ext uri="{FF2B5EF4-FFF2-40B4-BE49-F238E27FC236}">
                    <a16:creationId xmlns:a16="http://schemas.microsoft.com/office/drawing/2014/main" id="{1862B566-A9FF-064B-82BD-E8708A40FE48}"/>
                  </a:ext>
                </a:extLst>
              </p:cNvPr>
              <p:cNvSpPr>
                <a:spLocks noChangeArrowheads="1"/>
              </p:cNvSpPr>
              <p:nvPr/>
            </p:nvSpPr>
            <p:spPr bwMode="auto">
              <a:xfrm>
                <a:off x="616" y="2570"/>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4" name="AutoShape 270">
                <a:extLst>
                  <a:ext uri="{FF2B5EF4-FFF2-40B4-BE49-F238E27FC236}">
                    <a16:creationId xmlns:a16="http://schemas.microsoft.com/office/drawing/2014/main" id="{A67231C6-49DE-0643-B55E-F32C7FFEF2D6}"/>
                  </a:ext>
                </a:extLst>
              </p:cNvPr>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32" name="Rectangle 271">
              <a:extLst>
                <a:ext uri="{FF2B5EF4-FFF2-40B4-BE49-F238E27FC236}">
                  <a16:creationId xmlns:a16="http://schemas.microsoft.com/office/drawing/2014/main" id="{90DCDC82-64AC-7646-AC39-C306E476B92D}"/>
                </a:ext>
              </a:extLst>
            </p:cNvPr>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3" name="Freeform 272">
              <a:extLst>
                <a:ext uri="{FF2B5EF4-FFF2-40B4-BE49-F238E27FC236}">
                  <a16:creationId xmlns:a16="http://schemas.microsoft.com/office/drawing/2014/main" id="{40CDD311-9FAC-D64D-AD01-1F5A792B77C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4" name="Freeform 273">
              <a:extLst>
                <a:ext uri="{FF2B5EF4-FFF2-40B4-BE49-F238E27FC236}">
                  <a16:creationId xmlns:a16="http://schemas.microsoft.com/office/drawing/2014/main" id="{59A0BF6F-7EFD-C548-8BD6-D827D05E3CD1}"/>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5" name="Oval 274">
              <a:extLst>
                <a:ext uri="{FF2B5EF4-FFF2-40B4-BE49-F238E27FC236}">
                  <a16:creationId xmlns:a16="http://schemas.microsoft.com/office/drawing/2014/main" id="{03BA801D-41FC-014B-A14B-11AA4C732FF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6" name="Freeform 275">
              <a:extLst>
                <a:ext uri="{FF2B5EF4-FFF2-40B4-BE49-F238E27FC236}">
                  <a16:creationId xmlns:a16="http://schemas.microsoft.com/office/drawing/2014/main" id="{099A575D-83C3-F842-8CD8-831A2DAA7DC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7" name="AutoShape 276">
              <a:extLst>
                <a:ext uri="{FF2B5EF4-FFF2-40B4-BE49-F238E27FC236}">
                  <a16:creationId xmlns:a16="http://schemas.microsoft.com/office/drawing/2014/main" id="{D7677505-F626-1746-A735-2E420950B7AB}"/>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8" name="AutoShape 277">
              <a:extLst>
                <a:ext uri="{FF2B5EF4-FFF2-40B4-BE49-F238E27FC236}">
                  <a16:creationId xmlns:a16="http://schemas.microsoft.com/office/drawing/2014/main" id="{E1BB1DA2-72D8-FC4E-BE3B-8833A67B046B}"/>
                </a:ext>
              </a:extLst>
            </p:cNvPr>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9" name="Oval 278">
              <a:extLst>
                <a:ext uri="{FF2B5EF4-FFF2-40B4-BE49-F238E27FC236}">
                  <a16:creationId xmlns:a16="http://schemas.microsoft.com/office/drawing/2014/main" id="{86DD6C5F-5AD3-7244-AE6F-7BB38F86DEBC}"/>
                </a:ext>
              </a:extLst>
            </p:cNvPr>
            <p:cNvSpPr>
              <a:spLocks noChangeArrowheads="1"/>
            </p:cNvSpPr>
            <p:nvPr/>
          </p:nvSpPr>
          <p:spPr bwMode="auto">
            <a:xfrm>
              <a:off x="4306"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0" name="Oval 279">
              <a:extLst>
                <a:ext uri="{FF2B5EF4-FFF2-40B4-BE49-F238E27FC236}">
                  <a16:creationId xmlns:a16="http://schemas.microsoft.com/office/drawing/2014/main" id="{30874699-F299-B244-82CD-DF1DDDFD0D2B}"/>
                </a:ext>
              </a:extLst>
            </p:cNvPr>
            <p:cNvSpPr>
              <a:spLocks noChangeArrowheads="1"/>
            </p:cNvSpPr>
            <p:nvPr/>
          </p:nvSpPr>
          <p:spPr bwMode="auto">
            <a:xfrm>
              <a:off x="4486"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441" name="Oval 280">
              <a:extLst>
                <a:ext uri="{FF2B5EF4-FFF2-40B4-BE49-F238E27FC236}">
                  <a16:creationId xmlns:a16="http://schemas.microsoft.com/office/drawing/2014/main" id="{D9E7AAA9-D715-814A-8A10-88AC4520AB23}"/>
                </a:ext>
              </a:extLst>
            </p:cNvPr>
            <p:cNvSpPr>
              <a:spLocks noChangeArrowheads="1"/>
            </p:cNvSpPr>
            <p:nvPr/>
          </p:nvSpPr>
          <p:spPr bwMode="auto">
            <a:xfrm>
              <a:off x="4662" y="2378"/>
              <a:ext cx="156"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2" name="Rectangle 281">
              <a:extLst>
                <a:ext uri="{FF2B5EF4-FFF2-40B4-BE49-F238E27FC236}">
                  <a16:creationId xmlns:a16="http://schemas.microsoft.com/office/drawing/2014/main" id="{D7FC1755-A8B1-6E42-B025-CE2DB51AF8C6}"/>
                </a:ext>
              </a:extLst>
            </p:cNvPr>
            <p:cNvSpPr>
              <a:spLocks noChangeArrowheads="1"/>
            </p:cNvSpPr>
            <p:nvPr/>
          </p:nvSpPr>
          <p:spPr bwMode="auto">
            <a:xfrm>
              <a:off x="5062" y="1836"/>
              <a:ext cx="83"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451" name="Group 542">
            <a:extLst>
              <a:ext uri="{FF2B5EF4-FFF2-40B4-BE49-F238E27FC236}">
                <a16:creationId xmlns:a16="http://schemas.microsoft.com/office/drawing/2014/main" id="{7A38A836-6593-9A42-AE63-1ED4221CF20E}"/>
              </a:ext>
            </a:extLst>
          </p:cNvPr>
          <p:cNvGrpSpPr>
            <a:grpSpLocks/>
          </p:cNvGrpSpPr>
          <p:nvPr/>
        </p:nvGrpSpPr>
        <p:grpSpPr bwMode="auto">
          <a:xfrm>
            <a:off x="4670476" y="5093714"/>
            <a:ext cx="963612" cy="835025"/>
            <a:chOff x="-44" y="1473"/>
            <a:chExt cx="981" cy="1105"/>
          </a:xfrm>
        </p:grpSpPr>
        <p:pic>
          <p:nvPicPr>
            <p:cNvPr id="452" name="Picture 529" descr="desktop_computer_stylized_medium">
              <a:extLst>
                <a:ext uri="{FF2B5EF4-FFF2-40B4-BE49-F238E27FC236}">
                  <a16:creationId xmlns:a16="http://schemas.microsoft.com/office/drawing/2014/main" id="{B3BCEE82-F766-0D48-BEBF-5FD9F23EF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a:extLst>
                <a:ext uri="{FF2B5EF4-FFF2-40B4-BE49-F238E27FC236}">
                  <a16:creationId xmlns:a16="http://schemas.microsoft.com/office/drawing/2014/main" id="{05562E7D-AE9A-C04C-BE98-096033A1FF4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grpSp>
      <p:pic>
        <p:nvPicPr>
          <p:cNvPr id="454" name="Picture 7" descr="Bob">
            <a:extLst>
              <a:ext uri="{FF2B5EF4-FFF2-40B4-BE49-F238E27FC236}">
                <a16:creationId xmlns:a16="http://schemas.microsoft.com/office/drawing/2014/main" id="{12821AF3-0AD5-E040-8D7E-E82A80B4B9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A1403789-EA42-2A49-8265-DC4A656386FD}"/>
              </a:ext>
            </a:extLst>
          </p:cNvPr>
          <p:cNvGrpSpPr/>
          <p:nvPr/>
        </p:nvGrpSpPr>
        <p:grpSpPr>
          <a:xfrm>
            <a:off x="3016301" y="3906264"/>
            <a:ext cx="1804987" cy="1489075"/>
            <a:chOff x="3016301" y="3906264"/>
            <a:chExt cx="1804987" cy="1489075"/>
          </a:xfrm>
        </p:grpSpPr>
        <p:cxnSp>
          <p:nvCxnSpPr>
            <p:cNvPr id="455" name="Straight Arrow Connector 484">
              <a:extLst>
                <a:ext uri="{FF2B5EF4-FFF2-40B4-BE49-F238E27FC236}">
                  <a16:creationId xmlns:a16="http://schemas.microsoft.com/office/drawing/2014/main" id="{D44E3F5B-9AB2-4D4B-B90E-A5FD4645A3F6}"/>
                </a:ext>
              </a:extLst>
            </p:cNvPr>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a:extLst>
                <a:ext uri="{FF2B5EF4-FFF2-40B4-BE49-F238E27FC236}">
                  <a16:creationId xmlns:a16="http://schemas.microsoft.com/office/drawing/2014/main" id="{0B16557C-7573-BA4A-856A-D33B5CB5B7A3}"/>
                </a:ext>
              </a:extLst>
            </p:cNvPr>
            <p:cNvGrpSpPr>
              <a:grpSpLocks/>
            </p:cNvGrpSpPr>
            <p:nvPr/>
          </p:nvGrpSpPr>
          <p:grpSpPr bwMode="auto">
            <a:xfrm>
              <a:off x="3403651" y="4149151"/>
              <a:ext cx="317500" cy="368300"/>
              <a:chOff x="1614533" y="4280420"/>
              <a:chExt cx="317511" cy="369332"/>
            </a:xfrm>
          </p:grpSpPr>
          <p:sp>
            <p:nvSpPr>
              <p:cNvPr id="457" name="Oval 486">
                <a:extLst>
                  <a:ext uri="{FF2B5EF4-FFF2-40B4-BE49-F238E27FC236}">
                    <a16:creationId xmlns:a16="http://schemas.microsoft.com/office/drawing/2014/main" id="{6FBDEA9B-A4E3-DC45-99F2-3CD2D3743FE9}"/>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458" name="TextBox 487">
                <a:extLst>
                  <a:ext uri="{FF2B5EF4-FFF2-40B4-BE49-F238E27FC236}">
                    <a16:creationId xmlns:a16="http://schemas.microsoft.com/office/drawing/2014/main" id="{BF956028-FA6A-E048-A4DE-AA5FE56A2532}"/>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1</a:t>
                </a:r>
              </a:p>
            </p:txBody>
          </p:sp>
        </p:grpSp>
      </p:grpSp>
      <p:sp>
        <p:nvSpPr>
          <p:cNvPr id="459" name="TextBox 488">
            <a:extLst>
              <a:ext uri="{FF2B5EF4-FFF2-40B4-BE49-F238E27FC236}">
                <a16:creationId xmlns:a16="http://schemas.microsoft.com/office/drawing/2014/main" id="{7CD9529E-BB69-674C-8CCE-D620F80DD720}"/>
              </a:ext>
            </a:extLst>
          </p:cNvPr>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800" dirty="0">
                <a:latin typeface="Calibri" panose="020F0502020204030204" pitchFamily="34" charset="0"/>
                <a:cs typeface="Calibri" panose="020F0502020204030204" pitchFamily="34" charset="0"/>
              </a:rPr>
              <a:t>Bob manages      Netflix account</a:t>
            </a:r>
          </a:p>
        </p:txBody>
      </p:sp>
      <p:sp>
        <p:nvSpPr>
          <p:cNvPr id="460" name="TextBox 490">
            <a:extLst>
              <a:ext uri="{FF2B5EF4-FFF2-40B4-BE49-F238E27FC236}">
                <a16:creationId xmlns:a16="http://schemas.microsoft.com/office/drawing/2014/main" id="{9CF55E3F-8313-CD40-8CD5-485D44A5AA6B}"/>
              </a:ext>
            </a:extLst>
          </p:cNvPr>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a:lnSpc>
                <a:spcPts val="1600"/>
              </a:lnSpc>
            </a:pPr>
            <a:r>
              <a:rPr lang="en-US" altLang="en-US" sz="1800" dirty="0">
                <a:latin typeface="Arial Narrow" panose="020B0604020202020204" pitchFamily="34" charset="0"/>
              </a:rPr>
              <a:t>Netflix registration,</a:t>
            </a:r>
          </a:p>
          <a:p>
            <a:pPr algn="ctr">
              <a:lnSpc>
                <a:spcPts val="1600"/>
              </a:lnSpc>
            </a:pPr>
            <a:r>
              <a:rPr lang="en-US" altLang="en-US" sz="1800" dirty="0">
                <a:latin typeface="Arial Narrow" panose="020B0604020202020204" pitchFamily="34" charset="0"/>
              </a:rPr>
              <a:t>accounting servers</a:t>
            </a:r>
          </a:p>
        </p:txBody>
      </p:sp>
      <p:sp>
        <p:nvSpPr>
          <p:cNvPr id="461" name="Freeform 1287">
            <a:extLst>
              <a:ext uri="{FF2B5EF4-FFF2-40B4-BE49-F238E27FC236}">
                <a16:creationId xmlns:a16="http://schemas.microsoft.com/office/drawing/2014/main" id="{AE7634ED-5E64-3B47-8B51-CF5A43DAB0D5}"/>
              </a:ext>
            </a:extLst>
          </p:cNvPr>
          <p:cNvSpPr>
            <a:spLocks/>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dirty="0"/>
          </a:p>
        </p:txBody>
      </p:sp>
      <p:grpSp>
        <p:nvGrpSpPr>
          <p:cNvPr id="462" name="Group 249">
            <a:extLst>
              <a:ext uri="{FF2B5EF4-FFF2-40B4-BE49-F238E27FC236}">
                <a16:creationId xmlns:a16="http://schemas.microsoft.com/office/drawing/2014/main" id="{C832B5AA-BA38-E34B-B461-2A79B48822E7}"/>
              </a:ext>
            </a:extLst>
          </p:cNvPr>
          <p:cNvGrpSpPr>
            <a:grpSpLocks/>
          </p:cNvGrpSpPr>
          <p:nvPr/>
        </p:nvGrpSpPr>
        <p:grpSpPr bwMode="auto">
          <a:xfrm>
            <a:off x="4443463" y="1936176"/>
            <a:ext cx="365125" cy="636588"/>
            <a:chOff x="4140" y="429"/>
            <a:chExt cx="1425" cy="2396"/>
          </a:xfrm>
        </p:grpSpPr>
        <p:sp>
          <p:nvSpPr>
            <p:cNvPr id="463" name="Freeform 250">
              <a:extLst>
                <a:ext uri="{FF2B5EF4-FFF2-40B4-BE49-F238E27FC236}">
                  <a16:creationId xmlns:a16="http://schemas.microsoft.com/office/drawing/2014/main" id="{8B3EFE93-7D1E-D344-B712-AA3E9FADE2D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4" name="Rectangle 251">
              <a:extLst>
                <a:ext uri="{FF2B5EF4-FFF2-40B4-BE49-F238E27FC236}">
                  <a16:creationId xmlns:a16="http://schemas.microsoft.com/office/drawing/2014/main" id="{5142709B-53D3-394E-9D07-063DEA97C45C}"/>
                </a:ext>
              </a:extLst>
            </p:cNvPr>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65" name="Freeform 252">
              <a:extLst>
                <a:ext uri="{FF2B5EF4-FFF2-40B4-BE49-F238E27FC236}">
                  <a16:creationId xmlns:a16="http://schemas.microsoft.com/office/drawing/2014/main" id="{AFA1A026-EFF1-0943-B7EA-BCA478B88E6F}"/>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6" name="Freeform 253">
              <a:extLst>
                <a:ext uri="{FF2B5EF4-FFF2-40B4-BE49-F238E27FC236}">
                  <a16:creationId xmlns:a16="http://schemas.microsoft.com/office/drawing/2014/main" id="{AFC698BF-4C02-BC40-AC93-FB5735095CC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7" name="Rectangle 254">
              <a:extLst>
                <a:ext uri="{FF2B5EF4-FFF2-40B4-BE49-F238E27FC236}">
                  <a16:creationId xmlns:a16="http://schemas.microsoft.com/office/drawing/2014/main" id="{27F3B44A-07AD-BA4D-906F-99DF645B4910}"/>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68" name="Group 255">
              <a:extLst>
                <a:ext uri="{FF2B5EF4-FFF2-40B4-BE49-F238E27FC236}">
                  <a16:creationId xmlns:a16="http://schemas.microsoft.com/office/drawing/2014/main" id="{C43D2839-B7BF-694D-975D-7CAD2C3C0036}"/>
                </a:ext>
              </a:extLst>
            </p:cNvPr>
            <p:cNvGrpSpPr>
              <a:grpSpLocks/>
            </p:cNvGrpSpPr>
            <p:nvPr/>
          </p:nvGrpSpPr>
          <p:grpSpPr bwMode="auto">
            <a:xfrm>
              <a:off x="4749" y="668"/>
              <a:ext cx="581" cy="145"/>
              <a:chOff x="614" y="2568"/>
              <a:chExt cx="725" cy="139"/>
            </a:xfrm>
          </p:grpSpPr>
          <p:sp>
            <p:nvSpPr>
              <p:cNvPr id="493" name="AutoShape 256">
                <a:extLst>
                  <a:ext uri="{FF2B5EF4-FFF2-40B4-BE49-F238E27FC236}">
                    <a16:creationId xmlns:a16="http://schemas.microsoft.com/office/drawing/2014/main" id="{DF73D935-199A-DB4F-982E-4FD09073BCC3}"/>
                  </a:ext>
                </a:extLst>
              </p:cNvPr>
              <p:cNvSpPr>
                <a:spLocks noChangeArrowheads="1"/>
              </p:cNvSpPr>
              <p:nvPr/>
            </p:nvSpPr>
            <p:spPr bwMode="auto">
              <a:xfrm>
                <a:off x="612" y="2568"/>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4" name="AutoShape 257">
                <a:extLst>
                  <a:ext uri="{FF2B5EF4-FFF2-40B4-BE49-F238E27FC236}">
                    <a16:creationId xmlns:a16="http://schemas.microsoft.com/office/drawing/2014/main" id="{0B62903F-2CF1-DB41-8BE5-4719AA91FA25}"/>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69" name="Rectangle 258">
              <a:extLst>
                <a:ext uri="{FF2B5EF4-FFF2-40B4-BE49-F238E27FC236}">
                  <a16:creationId xmlns:a16="http://schemas.microsoft.com/office/drawing/2014/main" id="{3EEE95AA-2248-7C48-9119-E8C3321051F1}"/>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70" name="Group 259">
              <a:extLst>
                <a:ext uri="{FF2B5EF4-FFF2-40B4-BE49-F238E27FC236}">
                  <a16:creationId xmlns:a16="http://schemas.microsoft.com/office/drawing/2014/main" id="{9A0290EC-59BF-2F4D-BD25-1C0289B89B4D}"/>
                </a:ext>
              </a:extLst>
            </p:cNvPr>
            <p:cNvGrpSpPr>
              <a:grpSpLocks/>
            </p:cNvGrpSpPr>
            <p:nvPr/>
          </p:nvGrpSpPr>
          <p:grpSpPr bwMode="auto">
            <a:xfrm>
              <a:off x="4747" y="994"/>
              <a:ext cx="581" cy="134"/>
              <a:chOff x="614" y="2568"/>
              <a:chExt cx="725" cy="139"/>
            </a:xfrm>
          </p:grpSpPr>
          <p:sp>
            <p:nvSpPr>
              <p:cNvPr id="491" name="AutoShape 260">
                <a:extLst>
                  <a:ext uri="{FF2B5EF4-FFF2-40B4-BE49-F238E27FC236}">
                    <a16:creationId xmlns:a16="http://schemas.microsoft.com/office/drawing/2014/main" id="{7FBFA811-AD2E-5049-AE53-0186EFA3C48E}"/>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2" name="AutoShape 261">
                <a:extLst>
                  <a:ext uri="{FF2B5EF4-FFF2-40B4-BE49-F238E27FC236}">
                    <a16:creationId xmlns:a16="http://schemas.microsoft.com/office/drawing/2014/main" id="{52480638-42C8-6641-9C97-E73704C2F0A0}"/>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1" name="Rectangle 262">
              <a:extLst>
                <a:ext uri="{FF2B5EF4-FFF2-40B4-BE49-F238E27FC236}">
                  <a16:creationId xmlns:a16="http://schemas.microsoft.com/office/drawing/2014/main" id="{BFA8FFEA-5262-2040-AA47-EEDB12FC43D2}"/>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72" name="Rectangle 263">
              <a:extLst>
                <a:ext uri="{FF2B5EF4-FFF2-40B4-BE49-F238E27FC236}">
                  <a16:creationId xmlns:a16="http://schemas.microsoft.com/office/drawing/2014/main" id="{8396F506-0BBD-A443-9550-83889BF429DD}"/>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73" name="Group 264">
              <a:extLst>
                <a:ext uri="{FF2B5EF4-FFF2-40B4-BE49-F238E27FC236}">
                  <a16:creationId xmlns:a16="http://schemas.microsoft.com/office/drawing/2014/main" id="{F2DAEB7E-7F31-F74A-8053-5EA45BC4F954}"/>
                </a:ext>
              </a:extLst>
            </p:cNvPr>
            <p:cNvGrpSpPr>
              <a:grpSpLocks/>
            </p:cNvGrpSpPr>
            <p:nvPr/>
          </p:nvGrpSpPr>
          <p:grpSpPr bwMode="auto">
            <a:xfrm>
              <a:off x="4735" y="1627"/>
              <a:ext cx="582" cy="151"/>
              <a:chOff x="614" y="2568"/>
              <a:chExt cx="725" cy="139"/>
            </a:xfrm>
          </p:grpSpPr>
          <p:sp>
            <p:nvSpPr>
              <p:cNvPr id="489" name="AutoShape 265">
                <a:extLst>
                  <a:ext uri="{FF2B5EF4-FFF2-40B4-BE49-F238E27FC236}">
                    <a16:creationId xmlns:a16="http://schemas.microsoft.com/office/drawing/2014/main" id="{E202102F-D0BF-F043-A101-0585762C43C3}"/>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0" name="AutoShape 266">
                <a:extLst>
                  <a:ext uri="{FF2B5EF4-FFF2-40B4-BE49-F238E27FC236}">
                    <a16:creationId xmlns:a16="http://schemas.microsoft.com/office/drawing/2014/main" id="{E8A94FF0-B560-A94F-91F4-4E5472AC5321}"/>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4" name="Freeform 267">
              <a:extLst>
                <a:ext uri="{FF2B5EF4-FFF2-40B4-BE49-F238E27FC236}">
                  <a16:creationId xmlns:a16="http://schemas.microsoft.com/office/drawing/2014/main" id="{F55BD7D4-3704-D84A-AE65-92AC70C7FCF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75" name="Group 268">
              <a:extLst>
                <a:ext uri="{FF2B5EF4-FFF2-40B4-BE49-F238E27FC236}">
                  <a16:creationId xmlns:a16="http://schemas.microsoft.com/office/drawing/2014/main" id="{76F5D927-0206-E441-A4B8-B6AFBF7041DB}"/>
                </a:ext>
              </a:extLst>
            </p:cNvPr>
            <p:cNvGrpSpPr>
              <a:grpSpLocks/>
            </p:cNvGrpSpPr>
            <p:nvPr/>
          </p:nvGrpSpPr>
          <p:grpSpPr bwMode="auto">
            <a:xfrm>
              <a:off x="4739" y="1327"/>
              <a:ext cx="582" cy="139"/>
              <a:chOff x="614" y="2568"/>
              <a:chExt cx="725" cy="139"/>
            </a:xfrm>
          </p:grpSpPr>
          <p:sp>
            <p:nvSpPr>
              <p:cNvPr id="487" name="AutoShape 269">
                <a:extLst>
                  <a:ext uri="{FF2B5EF4-FFF2-40B4-BE49-F238E27FC236}">
                    <a16:creationId xmlns:a16="http://schemas.microsoft.com/office/drawing/2014/main" id="{A7876F51-5DD6-9D4C-93F2-AA353B717021}"/>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8" name="AutoShape 270">
                <a:extLst>
                  <a:ext uri="{FF2B5EF4-FFF2-40B4-BE49-F238E27FC236}">
                    <a16:creationId xmlns:a16="http://schemas.microsoft.com/office/drawing/2014/main" id="{B17F25D8-191C-D34B-9D8C-416931495DD1}"/>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6" name="Rectangle 271">
              <a:extLst>
                <a:ext uri="{FF2B5EF4-FFF2-40B4-BE49-F238E27FC236}">
                  <a16:creationId xmlns:a16="http://schemas.microsoft.com/office/drawing/2014/main" id="{870139C0-3422-414F-BE74-A5D5FC9039F1}"/>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77" name="Freeform 272">
              <a:extLst>
                <a:ext uri="{FF2B5EF4-FFF2-40B4-BE49-F238E27FC236}">
                  <a16:creationId xmlns:a16="http://schemas.microsoft.com/office/drawing/2014/main" id="{1BF02360-9958-334C-80C1-C05EF171AE7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78" name="Freeform 273">
              <a:extLst>
                <a:ext uri="{FF2B5EF4-FFF2-40B4-BE49-F238E27FC236}">
                  <a16:creationId xmlns:a16="http://schemas.microsoft.com/office/drawing/2014/main" id="{65FFA63F-5B33-1247-825D-720BA02E1E67}"/>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79" name="Oval 274">
              <a:extLst>
                <a:ext uri="{FF2B5EF4-FFF2-40B4-BE49-F238E27FC236}">
                  <a16:creationId xmlns:a16="http://schemas.microsoft.com/office/drawing/2014/main" id="{7B8A133C-C808-4749-84AB-D3FA37E91374}"/>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0" name="Freeform 275">
              <a:extLst>
                <a:ext uri="{FF2B5EF4-FFF2-40B4-BE49-F238E27FC236}">
                  <a16:creationId xmlns:a16="http://schemas.microsoft.com/office/drawing/2014/main" id="{E6408E07-86FD-C140-AA6A-F706833C242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81" name="AutoShape 276">
              <a:extLst>
                <a:ext uri="{FF2B5EF4-FFF2-40B4-BE49-F238E27FC236}">
                  <a16:creationId xmlns:a16="http://schemas.microsoft.com/office/drawing/2014/main" id="{9D7F9ADA-2A0C-CB41-8A6A-25721BFBEBA2}"/>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2" name="AutoShape 277">
              <a:extLst>
                <a:ext uri="{FF2B5EF4-FFF2-40B4-BE49-F238E27FC236}">
                  <a16:creationId xmlns:a16="http://schemas.microsoft.com/office/drawing/2014/main" id="{260C5EF9-AEA9-5E42-8C56-F20705FC19D5}"/>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3" name="Oval 278">
              <a:extLst>
                <a:ext uri="{FF2B5EF4-FFF2-40B4-BE49-F238E27FC236}">
                  <a16:creationId xmlns:a16="http://schemas.microsoft.com/office/drawing/2014/main" id="{48A974CE-E5E7-0843-AB61-75D84B27AC70}"/>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4" name="Oval 279">
              <a:extLst>
                <a:ext uri="{FF2B5EF4-FFF2-40B4-BE49-F238E27FC236}">
                  <a16:creationId xmlns:a16="http://schemas.microsoft.com/office/drawing/2014/main" id="{8B9436BF-CE3E-FC4C-8122-7385AACCF917}"/>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485" name="Oval 280">
              <a:extLst>
                <a:ext uri="{FF2B5EF4-FFF2-40B4-BE49-F238E27FC236}">
                  <a16:creationId xmlns:a16="http://schemas.microsoft.com/office/drawing/2014/main" id="{85DCCE21-DE23-174A-818D-0DCA727B47F2}"/>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6" name="Rectangle 281">
              <a:extLst>
                <a:ext uri="{FF2B5EF4-FFF2-40B4-BE49-F238E27FC236}">
                  <a16:creationId xmlns:a16="http://schemas.microsoft.com/office/drawing/2014/main" id="{C8A94C3E-7DAE-EF4F-8A72-248A1E2AD3E4}"/>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495" name="Group 249">
            <a:extLst>
              <a:ext uri="{FF2B5EF4-FFF2-40B4-BE49-F238E27FC236}">
                <a16:creationId xmlns:a16="http://schemas.microsoft.com/office/drawing/2014/main" id="{9A322CEC-1E3F-7643-9B34-48DAE04B90AA}"/>
              </a:ext>
            </a:extLst>
          </p:cNvPr>
          <p:cNvGrpSpPr>
            <a:grpSpLocks/>
          </p:cNvGrpSpPr>
          <p:nvPr/>
        </p:nvGrpSpPr>
        <p:grpSpPr bwMode="auto">
          <a:xfrm>
            <a:off x="5880151" y="2102864"/>
            <a:ext cx="365125" cy="636587"/>
            <a:chOff x="4140" y="429"/>
            <a:chExt cx="1425" cy="2396"/>
          </a:xfrm>
        </p:grpSpPr>
        <p:sp>
          <p:nvSpPr>
            <p:cNvPr id="496" name="Freeform 250">
              <a:extLst>
                <a:ext uri="{FF2B5EF4-FFF2-40B4-BE49-F238E27FC236}">
                  <a16:creationId xmlns:a16="http://schemas.microsoft.com/office/drawing/2014/main" id="{BF704524-7EBB-D046-9683-21898A082D1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97" name="Rectangle 251">
              <a:extLst>
                <a:ext uri="{FF2B5EF4-FFF2-40B4-BE49-F238E27FC236}">
                  <a16:creationId xmlns:a16="http://schemas.microsoft.com/office/drawing/2014/main" id="{25DAEF71-0572-E646-9697-11A16EA0AFB2}"/>
                </a:ext>
              </a:extLst>
            </p:cNvPr>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8" name="Freeform 252">
              <a:extLst>
                <a:ext uri="{FF2B5EF4-FFF2-40B4-BE49-F238E27FC236}">
                  <a16:creationId xmlns:a16="http://schemas.microsoft.com/office/drawing/2014/main" id="{35B829A5-713F-1B4F-9D13-FEC76AAA5F6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99" name="Freeform 253">
              <a:extLst>
                <a:ext uri="{FF2B5EF4-FFF2-40B4-BE49-F238E27FC236}">
                  <a16:creationId xmlns:a16="http://schemas.microsoft.com/office/drawing/2014/main" id="{6265744D-6FF5-0641-AFBC-2D2A5534BE61}"/>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00" name="Rectangle 254">
              <a:extLst>
                <a:ext uri="{FF2B5EF4-FFF2-40B4-BE49-F238E27FC236}">
                  <a16:creationId xmlns:a16="http://schemas.microsoft.com/office/drawing/2014/main" id="{1AAF2320-D199-C640-AE43-35565BFFD106}"/>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1" name="Group 255">
              <a:extLst>
                <a:ext uri="{FF2B5EF4-FFF2-40B4-BE49-F238E27FC236}">
                  <a16:creationId xmlns:a16="http://schemas.microsoft.com/office/drawing/2014/main" id="{B10EABF4-670D-6D45-A736-FED4B682374D}"/>
                </a:ext>
              </a:extLst>
            </p:cNvPr>
            <p:cNvGrpSpPr>
              <a:grpSpLocks/>
            </p:cNvGrpSpPr>
            <p:nvPr/>
          </p:nvGrpSpPr>
          <p:grpSpPr bwMode="auto">
            <a:xfrm>
              <a:off x="4749" y="668"/>
              <a:ext cx="581" cy="145"/>
              <a:chOff x="614" y="2568"/>
              <a:chExt cx="725" cy="139"/>
            </a:xfrm>
          </p:grpSpPr>
          <p:sp>
            <p:nvSpPr>
              <p:cNvPr id="526" name="AutoShape 256">
                <a:extLst>
                  <a:ext uri="{FF2B5EF4-FFF2-40B4-BE49-F238E27FC236}">
                    <a16:creationId xmlns:a16="http://schemas.microsoft.com/office/drawing/2014/main" id="{75E48B8A-3A1E-A141-AF76-5519486A653B}"/>
                  </a:ext>
                </a:extLst>
              </p:cNvPr>
              <p:cNvSpPr>
                <a:spLocks noChangeArrowheads="1"/>
              </p:cNvSpPr>
              <p:nvPr/>
            </p:nvSpPr>
            <p:spPr bwMode="auto">
              <a:xfrm>
                <a:off x="604" y="2574"/>
                <a:ext cx="734"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7" name="AutoShape 257">
                <a:extLst>
                  <a:ext uri="{FF2B5EF4-FFF2-40B4-BE49-F238E27FC236}">
                    <a16:creationId xmlns:a16="http://schemas.microsoft.com/office/drawing/2014/main" id="{260A31AE-0644-334E-9F1F-F662F259CAB9}"/>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2" name="Rectangle 258">
              <a:extLst>
                <a:ext uri="{FF2B5EF4-FFF2-40B4-BE49-F238E27FC236}">
                  <a16:creationId xmlns:a16="http://schemas.microsoft.com/office/drawing/2014/main" id="{B4BF49CC-58CB-4846-83BB-E502B41B988E}"/>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3" name="Group 259">
              <a:extLst>
                <a:ext uri="{FF2B5EF4-FFF2-40B4-BE49-F238E27FC236}">
                  <a16:creationId xmlns:a16="http://schemas.microsoft.com/office/drawing/2014/main" id="{6B79FC1D-F979-7742-B232-710419BA8176}"/>
                </a:ext>
              </a:extLst>
            </p:cNvPr>
            <p:cNvGrpSpPr>
              <a:grpSpLocks/>
            </p:cNvGrpSpPr>
            <p:nvPr/>
          </p:nvGrpSpPr>
          <p:grpSpPr bwMode="auto">
            <a:xfrm>
              <a:off x="4747" y="994"/>
              <a:ext cx="581" cy="134"/>
              <a:chOff x="614" y="2568"/>
              <a:chExt cx="725" cy="139"/>
            </a:xfrm>
          </p:grpSpPr>
          <p:sp>
            <p:nvSpPr>
              <p:cNvPr id="524" name="AutoShape 260">
                <a:extLst>
                  <a:ext uri="{FF2B5EF4-FFF2-40B4-BE49-F238E27FC236}">
                    <a16:creationId xmlns:a16="http://schemas.microsoft.com/office/drawing/2014/main" id="{074BB552-0E48-7D41-ACD4-2AF8E5822E29}"/>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5" name="AutoShape 261">
                <a:extLst>
                  <a:ext uri="{FF2B5EF4-FFF2-40B4-BE49-F238E27FC236}">
                    <a16:creationId xmlns:a16="http://schemas.microsoft.com/office/drawing/2014/main" id="{CEE20A4D-9CF2-CA4E-A3DF-6F08CE852BAF}"/>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4" name="Rectangle 262">
              <a:extLst>
                <a:ext uri="{FF2B5EF4-FFF2-40B4-BE49-F238E27FC236}">
                  <a16:creationId xmlns:a16="http://schemas.microsoft.com/office/drawing/2014/main" id="{A952D499-A470-9C48-AB25-30866EA10103}"/>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05" name="Rectangle 263">
              <a:extLst>
                <a:ext uri="{FF2B5EF4-FFF2-40B4-BE49-F238E27FC236}">
                  <a16:creationId xmlns:a16="http://schemas.microsoft.com/office/drawing/2014/main" id="{C2983F57-3316-D84C-9547-C24897ACD46C}"/>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6" name="Group 264">
              <a:extLst>
                <a:ext uri="{FF2B5EF4-FFF2-40B4-BE49-F238E27FC236}">
                  <a16:creationId xmlns:a16="http://schemas.microsoft.com/office/drawing/2014/main" id="{CBB38ADC-7FEA-984C-9982-22207791C146}"/>
                </a:ext>
              </a:extLst>
            </p:cNvPr>
            <p:cNvGrpSpPr>
              <a:grpSpLocks/>
            </p:cNvGrpSpPr>
            <p:nvPr/>
          </p:nvGrpSpPr>
          <p:grpSpPr bwMode="auto">
            <a:xfrm>
              <a:off x="4735" y="1627"/>
              <a:ext cx="582" cy="151"/>
              <a:chOff x="614" y="2568"/>
              <a:chExt cx="725" cy="139"/>
            </a:xfrm>
          </p:grpSpPr>
          <p:sp>
            <p:nvSpPr>
              <p:cNvPr id="522" name="AutoShape 265">
                <a:extLst>
                  <a:ext uri="{FF2B5EF4-FFF2-40B4-BE49-F238E27FC236}">
                    <a16:creationId xmlns:a16="http://schemas.microsoft.com/office/drawing/2014/main" id="{A2317842-DB5B-E644-9D9F-8476C78D677D}"/>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3" name="AutoShape 266">
                <a:extLst>
                  <a:ext uri="{FF2B5EF4-FFF2-40B4-BE49-F238E27FC236}">
                    <a16:creationId xmlns:a16="http://schemas.microsoft.com/office/drawing/2014/main" id="{A0C71213-AE36-6649-B799-8915C61A851E}"/>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7" name="Freeform 267">
              <a:extLst>
                <a:ext uri="{FF2B5EF4-FFF2-40B4-BE49-F238E27FC236}">
                  <a16:creationId xmlns:a16="http://schemas.microsoft.com/office/drawing/2014/main" id="{93A02F70-5B23-124A-B911-41DEE4FC47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08" name="Group 268">
              <a:extLst>
                <a:ext uri="{FF2B5EF4-FFF2-40B4-BE49-F238E27FC236}">
                  <a16:creationId xmlns:a16="http://schemas.microsoft.com/office/drawing/2014/main" id="{49C78130-3F29-C246-8034-7EA1AC35B79E}"/>
                </a:ext>
              </a:extLst>
            </p:cNvPr>
            <p:cNvGrpSpPr>
              <a:grpSpLocks/>
            </p:cNvGrpSpPr>
            <p:nvPr/>
          </p:nvGrpSpPr>
          <p:grpSpPr bwMode="auto">
            <a:xfrm>
              <a:off x="4739" y="1327"/>
              <a:ext cx="582" cy="139"/>
              <a:chOff x="614" y="2568"/>
              <a:chExt cx="725" cy="139"/>
            </a:xfrm>
          </p:grpSpPr>
          <p:sp>
            <p:nvSpPr>
              <p:cNvPr id="520" name="AutoShape 269">
                <a:extLst>
                  <a:ext uri="{FF2B5EF4-FFF2-40B4-BE49-F238E27FC236}">
                    <a16:creationId xmlns:a16="http://schemas.microsoft.com/office/drawing/2014/main" id="{9CF90E49-A5F8-4D42-81F8-EB323C0FB663}"/>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1" name="AutoShape 270">
                <a:extLst>
                  <a:ext uri="{FF2B5EF4-FFF2-40B4-BE49-F238E27FC236}">
                    <a16:creationId xmlns:a16="http://schemas.microsoft.com/office/drawing/2014/main" id="{8BD5AC01-209F-374F-990A-709394222DA8}"/>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9" name="Rectangle 271">
              <a:extLst>
                <a:ext uri="{FF2B5EF4-FFF2-40B4-BE49-F238E27FC236}">
                  <a16:creationId xmlns:a16="http://schemas.microsoft.com/office/drawing/2014/main" id="{8452103B-F820-B64E-8A84-5DB92471A1A0}"/>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0" name="Freeform 272">
              <a:extLst>
                <a:ext uri="{FF2B5EF4-FFF2-40B4-BE49-F238E27FC236}">
                  <a16:creationId xmlns:a16="http://schemas.microsoft.com/office/drawing/2014/main" id="{DF6AE29C-AA54-AF4B-9438-6D693A05234A}"/>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1" name="Freeform 273">
              <a:extLst>
                <a:ext uri="{FF2B5EF4-FFF2-40B4-BE49-F238E27FC236}">
                  <a16:creationId xmlns:a16="http://schemas.microsoft.com/office/drawing/2014/main" id="{645422EE-6B97-734C-83EE-52EE465DA55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2" name="Oval 274">
              <a:extLst>
                <a:ext uri="{FF2B5EF4-FFF2-40B4-BE49-F238E27FC236}">
                  <a16:creationId xmlns:a16="http://schemas.microsoft.com/office/drawing/2014/main" id="{BF1713D7-2793-FC4A-BE4A-2349462FCDD8}"/>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3" name="Freeform 275">
              <a:extLst>
                <a:ext uri="{FF2B5EF4-FFF2-40B4-BE49-F238E27FC236}">
                  <a16:creationId xmlns:a16="http://schemas.microsoft.com/office/drawing/2014/main" id="{A51DBD25-52B0-BE4C-A61F-8F09E6EAD81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4" name="AutoShape 276">
              <a:extLst>
                <a:ext uri="{FF2B5EF4-FFF2-40B4-BE49-F238E27FC236}">
                  <a16:creationId xmlns:a16="http://schemas.microsoft.com/office/drawing/2014/main" id="{F1BBB2BC-BFA5-6E45-A699-9AFFCF7AFEBC}"/>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5" name="AutoShape 277">
              <a:extLst>
                <a:ext uri="{FF2B5EF4-FFF2-40B4-BE49-F238E27FC236}">
                  <a16:creationId xmlns:a16="http://schemas.microsoft.com/office/drawing/2014/main" id="{C01D0AA1-8878-6F41-9F51-63A7E1E592E9}"/>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6" name="Oval 278">
              <a:extLst>
                <a:ext uri="{FF2B5EF4-FFF2-40B4-BE49-F238E27FC236}">
                  <a16:creationId xmlns:a16="http://schemas.microsoft.com/office/drawing/2014/main" id="{86038980-DFDC-504D-B38F-BFE07C79E29F}"/>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7" name="Oval 279">
              <a:extLst>
                <a:ext uri="{FF2B5EF4-FFF2-40B4-BE49-F238E27FC236}">
                  <a16:creationId xmlns:a16="http://schemas.microsoft.com/office/drawing/2014/main" id="{4E9AE1C3-2283-664C-B904-DEB17207D2BF}"/>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18" name="Oval 280">
              <a:extLst>
                <a:ext uri="{FF2B5EF4-FFF2-40B4-BE49-F238E27FC236}">
                  <a16:creationId xmlns:a16="http://schemas.microsoft.com/office/drawing/2014/main" id="{F95C5DF0-4A4D-0E4D-954C-6EE487341A4E}"/>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9" name="Rectangle 281">
              <a:extLst>
                <a:ext uri="{FF2B5EF4-FFF2-40B4-BE49-F238E27FC236}">
                  <a16:creationId xmlns:a16="http://schemas.microsoft.com/office/drawing/2014/main" id="{869D3CEF-B507-1949-9372-758A84CDED48}"/>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528" name="Group 249">
            <a:extLst>
              <a:ext uri="{FF2B5EF4-FFF2-40B4-BE49-F238E27FC236}">
                <a16:creationId xmlns:a16="http://schemas.microsoft.com/office/drawing/2014/main" id="{D87A3822-63BE-DE4E-923C-77DD19E5C9BA}"/>
              </a:ext>
            </a:extLst>
          </p:cNvPr>
          <p:cNvGrpSpPr>
            <a:grpSpLocks/>
          </p:cNvGrpSpPr>
          <p:nvPr/>
        </p:nvGrpSpPr>
        <p:grpSpPr bwMode="auto">
          <a:xfrm>
            <a:off x="6418313" y="2367976"/>
            <a:ext cx="365125" cy="638175"/>
            <a:chOff x="4140" y="429"/>
            <a:chExt cx="1425" cy="2396"/>
          </a:xfrm>
        </p:grpSpPr>
        <p:sp>
          <p:nvSpPr>
            <p:cNvPr id="529" name="Freeform 250">
              <a:extLst>
                <a:ext uri="{FF2B5EF4-FFF2-40B4-BE49-F238E27FC236}">
                  <a16:creationId xmlns:a16="http://schemas.microsoft.com/office/drawing/2014/main" id="{14512CAB-E11B-5F42-8CB5-FA4890394267}"/>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0" name="Rectangle 251">
              <a:extLst>
                <a:ext uri="{FF2B5EF4-FFF2-40B4-BE49-F238E27FC236}">
                  <a16:creationId xmlns:a16="http://schemas.microsoft.com/office/drawing/2014/main" id="{C52A32F4-C426-A14E-A21C-1ED7145F8AED}"/>
                </a:ext>
              </a:extLst>
            </p:cNvPr>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31" name="Freeform 252">
              <a:extLst>
                <a:ext uri="{FF2B5EF4-FFF2-40B4-BE49-F238E27FC236}">
                  <a16:creationId xmlns:a16="http://schemas.microsoft.com/office/drawing/2014/main" id="{33E364B5-8A56-CB46-A7E8-7457914DF17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2" name="Freeform 253">
              <a:extLst>
                <a:ext uri="{FF2B5EF4-FFF2-40B4-BE49-F238E27FC236}">
                  <a16:creationId xmlns:a16="http://schemas.microsoft.com/office/drawing/2014/main" id="{29A0FBC5-8C08-3B49-8BFF-C6C9445FE07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3" name="Rectangle 254">
              <a:extLst>
                <a:ext uri="{FF2B5EF4-FFF2-40B4-BE49-F238E27FC236}">
                  <a16:creationId xmlns:a16="http://schemas.microsoft.com/office/drawing/2014/main" id="{B386DEEC-A47C-D645-B37F-965414584BBD}"/>
                </a:ext>
              </a:extLst>
            </p:cNvPr>
            <p:cNvSpPr>
              <a:spLocks noChangeArrowheads="1"/>
            </p:cNvSpPr>
            <p:nvPr/>
          </p:nvSpPr>
          <p:spPr bwMode="auto">
            <a:xfrm>
              <a:off x="4214"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4" name="Group 255">
              <a:extLst>
                <a:ext uri="{FF2B5EF4-FFF2-40B4-BE49-F238E27FC236}">
                  <a16:creationId xmlns:a16="http://schemas.microsoft.com/office/drawing/2014/main" id="{41829DBF-3353-4A40-A8D2-DDC29C9059E2}"/>
                </a:ext>
              </a:extLst>
            </p:cNvPr>
            <p:cNvGrpSpPr>
              <a:grpSpLocks/>
            </p:cNvGrpSpPr>
            <p:nvPr/>
          </p:nvGrpSpPr>
          <p:grpSpPr bwMode="auto">
            <a:xfrm>
              <a:off x="4749" y="668"/>
              <a:ext cx="581" cy="145"/>
              <a:chOff x="614" y="2568"/>
              <a:chExt cx="725" cy="139"/>
            </a:xfrm>
          </p:grpSpPr>
          <p:sp>
            <p:nvSpPr>
              <p:cNvPr id="559" name="AutoShape 256">
                <a:extLst>
                  <a:ext uri="{FF2B5EF4-FFF2-40B4-BE49-F238E27FC236}">
                    <a16:creationId xmlns:a16="http://schemas.microsoft.com/office/drawing/2014/main" id="{A07DFC07-AC94-3340-9FC4-450F2706896E}"/>
                  </a:ext>
                </a:extLst>
              </p:cNvPr>
              <p:cNvSpPr>
                <a:spLocks noChangeArrowheads="1"/>
              </p:cNvSpPr>
              <p:nvPr/>
            </p:nvSpPr>
            <p:spPr bwMode="auto">
              <a:xfrm>
                <a:off x="612" y="2562"/>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60" name="AutoShape 257">
                <a:extLst>
                  <a:ext uri="{FF2B5EF4-FFF2-40B4-BE49-F238E27FC236}">
                    <a16:creationId xmlns:a16="http://schemas.microsoft.com/office/drawing/2014/main" id="{8EDD7109-DEB4-E04E-B142-8D4E70D7DC06}"/>
                  </a:ext>
                </a:extLst>
              </p:cNvPr>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35" name="Rectangle 258">
              <a:extLst>
                <a:ext uri="{FF2B5EF4-FFF2-40B4-BE49-F238E27FC236}">
                  <a16:creationId xmlns:a16="http://schemas.microsoft.com/office/drawing/2014/main" id="{09C91CD8-2EE2-2544-86DF-17937D3E6B9E}"/>
                </a:ext>
              </a:extLst>
            </p:cNvPr>
            <p:cNvSpPr>
              <a:spLocks noChangeArrowheads="1"/>
            </p:cNvSpPr>
            <p:nvPr/>
          </p:nvSpPr>
          <p:spPr bwMode="auto">
            <a:xfrm>
              <a:off x="4227"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6" name="Group 259">
              <a:extLst>
                <a:ext uri="{FF2B5EF4-FFF2-40B4-BE49-F238E27FC236}">
                  <a16:creationId xmlns:a16="http://schemas.microsoft.com/office/drawing/2014/main" id="{B94269A8-F61D-9844-A866-66DBB930B2FE}"/>
                </a:ext>
              </a:extLst>
            </p:cNvPr>
            <p:cNvGrpSpPr>
              <a:grpSpLocks/>
            </p:cNvGrpSpPr>
            <p:nvPr/>
          </p:nvGrpSpPr>
          <p:grpSpPr bwMode="auto">
            <a:xfrm>
              <a:off x="4747" y="994"/>
              <a:ext cx="581" cy="134"/>
              <a:chOff x="614" y="2568"/>
              <a:chExt cx="725" cy="139"/>
            </a:xfrm>
          </p:grpSpPr>
          <p:sp>
            <p:nvSpPr>
              <p:cNvPr id="557" name="AutoShape 260">
                <a:extLst>
                  <a:ext uri="{FF2B5EF4-FFF2-40B4-BE49-F238E27FC236}">
                    <a16:creationId xmlns:a16="http://schemas.microsoft.com/office/drawing/2014/main" id="{19FF2509-249B-A34E-9B76-F46346F5770D}"/>
                  </a:ext>
                </a:extLst>
              </p:cNvPr>
              <p:cNvSpPr>
                <a:spLocks noChangeArrowheads="1"/>
              </p:cNvSpPr>
              <p:nvPr/>
            </p:nvSpPr>
            <p:spPr bwMode="auto">
              <a:xfrm>
                <a:off x="614" y="2569"/>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8" name="AutoShape 261">
                <a:extLst>
                  <a:ext uri="{FF2B5EF4-FFF2-40B4-BE49-F238E27FC236}">
                    <a16:creationId xmlns:a16="http://schemas.microsoft.com/office/drawing/2014/main" id="{9086D41B-4667-BB4B-9B51-752AB48E49A0}"/>
                  </a:ext>
                </a:extLst>
              </p:cNvPr>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37" name="Rectangle 262">
              <a:extLst>
                <a:ext uri="{FF2B5EF4-FFF2-40B4-BE49-F238E27FC236}">
                  <a16:creationId xmlns:a16="http://schemas.microsoft.com/office/drawing/2014/main" id="{3A16FB66-12F9-E146-BE69-D99FD5A24D75}"/>
                </a:ext>
              </a:extLst>
            </p:cNvPr>
            <p:cNvSpPr>
              <a:spLocks noChangeArrowheads="1"/>
            </p:cNvSpPr>
            <p:nvPr/>
          </p:nvSpPr>
          <p:spPr bwMode="auto">
            <a:xfrm>
              <a:off x="4214"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38" name="Rectangle 263">
              <a:extLst>
                <a:ext uri="{FF2B5EF4-FFF2-40B4-BE49-F238E27FC236}">
                  <a16:creationId xmlns:a16="http://schemas.microsoft.com/office/drawing/2014/main" id="{0F68A595-C8F0-CD4C-BB86-970E7BB48F7A}"/>
                </a:ext>
              </a:extLst>
            </p:cNvPr>
            <p:cNvSpPr>
              <a:spLocks noChangeArrowheads="1"/>
            </p:cNvSpPr>
            <p:nvPr/>
          </p:nvSpPr>
          <p:spPr bwMode="auto">
            <a:xfrm>
              <a:off x="4227" y="1657"/>
              <a:ext cx="601"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9" name="Group 264">
              <a:extLst>
                <a:ext uri="{FF2B5EF4-FFF2-40B4-BE49-F238E27FC236}">
                  <a16:creationId xmlns:a16="http://schemas.microsoft.com/office/drawing/2014/main" id="{9F04FF6F-A7C6-B342-B9DC-58EE849A0673}"/>
                </a:ext>
              </a:extLst>
            </p:cNvPr>
            <p:cNvGrpSpPr>
              <a:grpSpLocks/>
            </p:cNvGrpSpPr>
            <p:nvPr/>
          </p:nvGrpSpPr>
          <p:grpSpPr bwMode="auto">
            <a:xfrm>
              <a:off x="4735" y="1627"/>
              <a:ext cx="582" cy="151"/>
              <a:chOff x="614" y="2568"/>
              <a:chExt cx="725" cy="139"/>
            </a:xfrm>
          </p:grpSpPr>
          <p:sp>
            <p:nvSpPr>
              <p:cNvPr id="555" name="AutoShape 265">
                <a:extLst>
                  <a:ext uri="{FF2B5EF4-FFF2-40B4-BE49-F238E27FC236}">
                    <a16:creationId xmlns:a16="http://schemas.microsoft.com/office/drawing/2014/main" id="{56544B7C-E0F5-AE4F-901A-752B5CDF54D9}"/>
                  </a:ext>
                </a:extLst>
              </p:cNvPr>
              <p:cNvSpPr>
                <a:spLocks noChangeArrowheads="1"/>
              </p:cNvSpPr>
              <p:nvPr/>
            </p:nvSpPr>
            <p:spPr bwMode="auto">
              <a:xfrm>
                <a:off x="614" y="2568"/>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6" name="AutoShape 266">
                <a:extLst>
                  <a:ext uri="{FF2B5EF4-FFF2-40B4-BE49-F238E27FC236}">
                    <a16:creationId xmlns:a16="http://schemas.microsoft.com/office/drawing/2014/main" id="{57D5DB94-D0E3-B443-8A18-5B4C1825C012}"/>
                  </a:ext>
                </a:extLst>
              </p:cNvPr>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40" name="Freeform 267">
              <a:extLst>
                <a:ext uri="{FF2B5EF4-FFF2-40B4-BE49-F238E27FC236}">
                  <a16:creationId xmlns:a16="http://schemas.microsoft.com/office/drawing/2014/main" id="{C909C8C3-0F93-B84D-8D17-BF2B99AD8A3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41" name="Group 268">
              <a:extLst>
                <a:ext uri="{FF2B5EF4-FFF2-40B4-BE49-F238E27FC236}">
                  <a16:creationId xmlns:a16="http://schemas.microsoft.com/office/drawing/2014/main" id="{BAE8BD68-19A5-4344-91FC-E0B0DAFBC49C}"/>
                </a:ext>
              </a:extLst>
            </p:cNvPr>
            <p:cNvGrpSpPr>
              <a:grpSpLocks/>
            </p:cNvGrpSpPr>
            <p:nvPr/>
          </p:nvGrpSpPr>
          <p:grpSpPr bwMode="auto">
            <a:xfrm>
              <a:off x="4739" y="1327"/>
              <a:ext cx="582" cy="139"/>
              <a:chOff x="614" y="2568"/>
              <a:chExt cx="725" cy="139"/>
            </a:xfrm>
          </p:grpSpPr>
          <p:sp>
            <p:nvSpPr>
              <p:cNvPr id="553" name="AutoShape 269">
                <a:extLst>
                  <a:ext uri="{FF2B5EF4-FFF2-40B4-BE49-F238E27FC236}">
                    <a16:creationId xmlns:a16="http://schemas.microsoft.com/office/drawing/2014/main" id="{55C97552-0C7F-5348-8506-BCC5E2818296}"/>
                  </a:ext>
                </a:extLst>
              </p:cNvPr>
              <p:cNvSpPr>
                <a:spLocks noChangeArrowheads="1"/>
              </p:cNvSpPr>
              <p:nvPr/>
            </p:nvSpPr>
            <p:spPr bwMode="auto">
              <a:xfrm>
                <a:off x="616" y="2570"/>
                <a:ext cx="725"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4" name="AutoShape 270">
                <a:extLst>
                  <a:ext uri="{FF2B5EF4-FFF2-40B4-BE49-F238E27FC236}">
                    <a16:creationId xmlns:a16="http://schemas.microsoft.com/office/drawing/2014/main" id="{6887DA92-3D74-3649-841C-A33399D43C9B}"/>
                  </a:ext>
                </a:extLst>
              </p:cNvPr>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42" name="Rectangle 271">
              <a:extLst>
                <a:ext uri="{FF2B5EF4-FFF2-40B4-BE49-F238E27FC236}">
                  <a16:creationId xmlns:a16="http://schemas.microsoft.com/office/drawing/2014/main" id="{D25D096C-116E-0B4A-9458-602F9F0583A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3" name="Freeform 272">
              <a:extLst>
                <a:ext uri="{FF2B5EF4-FFF2-40B4-BE49-F238E27FC236}">
                  <a16:creationId xmlns:a16="http://schemas.microsoft.com/office/drawing/2014/main" id="{A7322A31-8D32-CE4B-A0D6-0A437A1E3DD7}"/>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4" name="Freeform 273">
              <a:extLst>
                <a:ext uri="{FF2B5EF4-FFF2-40B4-BE49-F238E27FC236}">
                  <a16:creationId xmlns:a16="http://schemas.microsoft.com/office/drawing/2014/main" id="{B8270CA4-9AF9-664A-968D-CC4FCB3B224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5" name="Oval 274">
              <a:extLst>
                <a:ext uri="{FF2B5EF4-FFF2-40B4-BE49-F238E27FC236}">
                  <a16:creationId xmlns:a16="http://schemas.microsoft.com/office/drawing/2014/main" id="{80ED103E-D593-1D45-A487-CE801CA47A14}"/>
                </a:ext>
              </a:extLst>
            </p:cNvPr>
            <p:cNvSpPr>
              <a:spLocks noChangeArrowheads="1"/>
            </p:cNvSpPr>
            <p:nvPr/>
          </p:nvSpPr>
          <p:spPr bwMode="auto">
            <a:xfrm>
              <a:off x="5515" y="2610"/>
              <a:ext cx="50"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6" name="Freeform 275">
              <a:extLst>
                <a:ext uri="{FF2B5EF4-FFF2-40B4-BE49-F238E27FC236}">
                  <a16:creationId xmlns:a16="http://schemas.microsoft.com/office/drawing/2014/main" id="{BBC99B8F-6C4E-A64E-AEF1-613A67FA8F7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7" name="AutoShape 276">
              <a:extLst>
                <a:ext uri="{FF2B5EF4-FFF2-40B4-BE49-F238E27FC236}">
                  <a16:creationId xmlns:a16="http://schemas.microsoft.com/office/drawing/2014/main" id="{8EF1928B-1D6C-CA4B-A7F8-FE8BEA0F34D9}"/>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8" name="AutoShape 277">
              <a:extLst>
                <a:ext uri="{FF2B5EF4-FFF2-40B4-BE49-F238E27FC236}">
                  <a16:creationId xmlns:a16="http://schemas.microsoft.com/office/drawing/2014/main" id="{255D87A2-D9E2-144D-92CB-7C261A03F8F6}"/>
                </a:ext>
              </a:extLst>
            </p:cNvPr>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9" name="Oval 278">
              <a:extLst>
                <a:ext uri="{FF2B5EF4-FFF2-40B4-BE49-F238E27FC236}">
                  <a16:creationId xmlns:a16="http://schemas.microsoft.com/office/drawing/2014/main" id="{447DA4C3-7DD6-D44C-9DB4-6876489424BA}"/>
                </a:ext>
              </a:extLst>
            </p:cNvPr>
            <p:cNvSpPr>
              <a:spLocks noChangeArrowheads="1"/>
            </p:cNvSpPr>
            <p:nvPr/>
          </p:nvSpPr>
          <p:spPr bwMode="auto">
            <a:xfrm>
              <a:off x="4307"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0" name="Oval 279">
              <a:extLst>
                <a:ext uri="{FF2B5EF4-FFF2-40B4-BE49-F238E27FC236}">
                  <a16:creationId xmlns:a16="http://schemas.microsoft.com/office/drawing/2014/main" id="{298CF16E-B0F3-C34F-8C61-8BE687955672}"/>
                </a:ext>
              </a:extLst>
            </p:cNvPr>
            <p:cNvSpPr>
              <a:spLocks noChangeArrowheads="1"/>
            </p:cNvSpPr>
            <p:nvPr/>
          </p:nvSpPr>
          <p:spPr bwMode="auto">
            <a:xfrm>
              <a:off x="4487"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51" name="Oval 280">
              <a:extLst>
                <a:ext uri="{FF2B5EF4-FFF2-40B4-BE49-F238E27FC236}">
                  <a16:creationId xmlns:a16="http://schemas.microsoft.com/office/drawing/2014/main" id="{B5079D37-F156-5646-8FC4-66611EADCE53}"/>
                </a:ext>
              </a:extLst>
            </p:cNvPr>
            <p:cNvSpPr>
              <a:spLocks noChangeArrowheads="1"/>
            </p:cNvSpPr>
            <p:nvPr/>
          </p:nvSpPr>
          <p:spPr bwMode="auto">
            <a:xfrm>
              <a:off x="4660" y="2378"/>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2" name="Rectangle 281">
              <a:extLst>
                <a:ext uri="{FF2B5EF4-FFF2-40B4-BE49-F238E27FC236}">
                  <a16:creationId xmlns:a16="http://schemas.microsoft.com/office/drawing/2014/main" id="{375885E7-0553-DC4E-AE9D-1F5C7C2E0E50}"/>
                </a:ext>
              </a:extLst>
            </p:cNvPr>
            <p:cNvSpPr>
              <a:spLocks noChangeArrowheads="1"/>
            </p:cNvSpPr>
            <p:nvPr/>
          </p:nvSpPr>
          <p:spPr bwMode="auto">
            <a:xfrm>
              <a:off x="5063" y="1836"/>
              <a:ext cx="87"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61" name="TextBox 491">
            <a:extLst>
              <a:ext uri="{FF2B5EF4-FFF2-40B4-BE49-F238E27FC236}">
                <a16:creationId xmlns:a16="http://schemas.microsoft.com/office/drawing/2014/main" id="{0BB7C592-170B-EC4D-9E19-A7D9F25FE7AA}"/>
              </a:ext>
            </a:extLst>
          </p:cNvPr>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Arial Narrow" panose="020B0604020202020204" pitchFamily="34" charset="0"/>
              </a:rPr>
              <a:t>Amazon cloud</a:t>
            </a:r>
          </a:p>
        </p:txBody>
      </p:sp>
      <p:grpSp>
        <p:nvGrpSpPr>
          <p:cNvPr id="562" name="Group 1">
            <a:extLst>
              <a:ext uri="{FF2B5EF4-FFF2-40B4-BE49-F238E27FC236}">
                <a16:creationId xmlns:a16="http://schemas.microsoft.com/office/drawing/2014/main" id="{B3D08E99-C188-2449-AA63-CFA38B000FE6}"/>
              </a:ext>
            </a:extLst>
          </p:cNvPr>
          <p:cNvGrpSpPr>
            <a:grpSpLocks/>
          </p:cNvGrpSpPr>
          <p:nvPr/>
        </p:nvGrpSpPr>
        <p:grpSpPr bwMode="auto">
          <a:xfrm>
            <a:off x="8856713" y="1799651"/>
            <a:ext cx="1376363" cy="1355725"/>
            <a:chOff x="7030938" y="1184076"/>
            <a:chExt cx="1375947" cy="1355492"/>
          </a:xfrm>
        </p:grpSpPr>
        <p:sp>
          <p:nvSpPr>
            <p:cNvPr id="563" name="Freeform 1287">
              <a:extLst>
                <a:ext uri="{FF2B5EF4-FFF2-40B4-BE49-F238E27FC236}">
                  <a16:creationId xmlns:a16="http://schemas.microsoft.com/office/drawing/2014/main" id="{CADF4606-1C3F-BF4E-802D-340A56A608E9}"/>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64" name="Group 249">
              <a:extLst>
                <a:ext uri="{FF2B5EF4-FFF2-40B4-BE49-F238E27FC236}">
                  <a16:creationId xmlns:a16="http://schemas.microsoft.com/office/drawing/2014/main" id="{0005E01B-4758-5142-9D09-09159735CC72}"/>
                </a:ext>
              </a:extLst>
            </p:cNvPr>
            <p:cNvGrpSpPr>
              <a:grpSpLocks/>
            </p:cNvGrpSpPr>
            <p:nvPr/>
          </p:nvGrpSpPr>
          <p:grpSpPr bwMode="auto">
            <a:xfrm>
              <a:off x="7191141" y="1665569"/>
              <a:ext cx="365533" cy="637551"/>
              <a:chOff x="4140" y="429"/>
              <a:chExt cx="1425" cy="2396"/>
            </a:xfrm>
          </p:grpSpPr>
          <p:sp>
            <p:nvSpPr>
              <p:cNvPr id="566" name="Freeform 250">
                <a:extLst>
                  <a:ext uri="{FF2B5EF4-FFF2-40B4-BE49-F238E27FC236}">
                    <a16:creationId xmlns:a16="http://schemas.microsoft.com/office/drawing/2014/main" id="{0FC6CDEF-AC0C-D244-8E9E-7C11A06D0EE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67" name="Rectangle 251">
                <a:extLst>
                  <a:ext uri="{FF2B5EF4-FFF2-40B4-BE49-F238E27FC236}">
                    <a16:creationId xmlns:a16="http://schemas.microsoft.com/office/drawing/2014/main" id="{DC85509D-A27C-294A-9108-8211BA6751CA}"/>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68" name="Freeform 252">
                <a:extLst>
                  <a:ext uri="{FF2B5EF4-FFF2-40B4-BE49-F238E27FC236}">
                    <a16:creationId xmlns:a16="http://schemas.microsoft.com/office/drawing/2014/main" id="{2389AC28-671F-314A-BD3F-02A4250EF97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69" name="Freeform 253">
                <a:extLst>
                  <a:ext uri="{FF2B5EF4-FFF2-40B4-BE49-F238E27FC236}">
                    <a16:creationId xmlns:a16="http://schemas.microsoft.com/office/drawing/2014/main" id="{9934DA9D-06E5-E044-9496-98747401D2E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70" name="Rectangle 254">
                <a:extLst>
                  <a:ext uri="{FF2B5EF4-FFF2-40B4-BE49-F238E27FC236}">
                    <a16:creationId xmlns:a16="http://schemas.microsoft.com/office/drawing/2014/main" id="{43C62EC2-7800-D541-88DF-88EF430B25D9}"/>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1" name="Group 255">
                <a:extLst>
                  <a:ext uri="{FF2B5EF4-FFF2-40B4-BE49-F238E27FC236}">
                    <a16:creationId xmlns:a16="http://schemas.microsoft.com/office/drawing/2014/main" id="{91D7C476-C146-3644-B17A-005D3C656A9F}"/>
                  </a:ext>
                </a:extLst>
              </p:cNvPr>
              <p:cNvGrpSpPr>
                <a:grpSpLocks/>
              </p:cNvGrpSpPr>
              <p:nvPr/>
            </p:nvGrpSpPr>
            <p:grpSpPr bwMode="auto">
              <a:xfrm>
                <a:off x="4749" y="668"/>
                <a:ext cx="581" cy="145"/>
                <a:chOff x="614" y="2568"/>
                <a:chExt cx="725" cy="139"/>
              </a:xfrm>
            </p:grpSpPr>
            <p:sp>
              <p:nvSpPr>
                <p:cNvPr id="596" name="AutoShape 256">
                  <a:extLst>
                    <a:ext uri="{FF2B5EF4-FFF2-40B4-BE49-F238E27FC236}">
                      <a16:creationId xmlns:a16="http://schemas.microsoft.com/office/drawing/2014/main" id="{EB8D524C-4784-6D41-8863-54EB991F2A65}"/>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7" name="AutoShape 257">
                  <a:extLst>
                    <a:ext uri="{FF2B5EF4-FFF2-40B4-BE49-F238E27FC236}">
                      <a16:creationId xmlns:a16="http://schemas.microsoft.com/office/drawing/2014/main" id="{2995BC1D-4243-F64D-B982-66421C4295BC}"/>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2" name="Rectangle 258">
                <a:extLst>
                  <a:ext uri="{FF2B5EF4-FFF2-40B4-BE49-F238E27FC236}">
                    <a16:creationId xmlns:a16="http://schemas.microsoft.com/office/drawing/2014/main" id="{D23B1266-2C21-D448-B1F8-2C6290825F4B}"/>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3" name="Group 259">
                <a:extLst>
                  <a:ext uri="{FF2B5EF4-FFF2-40B4-BE49-F238E27FC236}">
                    <a16:creationId xmlns:a16="http://schemas.microsoft.com/office/drawing/2014/main" id="{9587E9D6-FE3E-1745-9D21-5ABA7FBE2A63}"/>
                  </a:ext>
                </a:extLst>
              </p:cNvPr>
              <p:cNvGrpSpPr>
                <a:grpSpLocks/>
              </p:cNvGrpSpPr>
              <p:nvPr/>
            </p:nvGrpSpPr>
            <p:grpSpPr bwMode="auto">
              <a:xfrm>
                <a:off x="4747" y="994"/>
                <a:ext cx="581" cy="134"/>
                <a:chOff x="614" y="2568"/>
                <a:chExt cx="725" cy="139"/>
              </a:xfrm>
            </p:grpSpPr>
            <p:sp>
              <p:nvSpPr>
                <p:cNvPr id="594" name="AutoShape 260">
                  <a:extLst>
                    <a:ext uri="{FF2B5EF4-FFF2-40B4-BE49-F238E27FC236}">
                      <a16:creationId xmlns:a16="http://schemas.microsoft.com/office/drawing/2014/main" id="{39A78A8F-2385-0F48-9151-49262F46D685}"/>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5" name="AutoShape 261">
                  <a:extLst>
                    <a:ext uri="{FF2B5EF4-FFF2-40B4-BE49-F238E27FC236}">
                      <a16:creationId xmlns:a16="http://schemas.microsoft.com/office/drawing/2014/main" id="{C2A5EAC0-4A72-AD48-A4E4-DCA477F6241A}"/>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4" name="Rectangle 262">
                <a:extLst>
                  <a:ext uri="{FF2B5EF4-FFF2-40B4-BE49-F238E27FC236}">
                    <a16:creationId xmlns:a16="http://schemas.microsoft.com/office/drawing/2014/main" id="{985CA534-D4D1-AA45-A2B4-307D8D6637AF}"/>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75" name="Rectangle 263">
                <a:extLst>
                  <a:ext uri="{FF2B5EF4-FFF2-40B4-BE49-F238E27FC236}">
                    <a16:creationId xmlns:a16="http://schemas.microsoft.com/office/drawing/2014/main" id="{DA11933E-EFBE-8541-8B29-5672DE701423}"/>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6" name="Group 264">
                <a:extLst>
                  <a:ext uri="{FF2B5EF4-FFF2-40B4-BE49-F238E27FC236}">
                    <a16:creationId xmlns:a16="http://schemas.microsoft.com/office/drawing/2014/main" id="{1CF9E199-8309-BD4E-B79A-3B5F2865D433}"/>
                  </a:ext>
                </a:extLst>
              </p:cNvPr>
              <p:cNvGrpSpPr>
                <a:grpSpLocks/>
              </p:cNvGrpSpPr>
              <p:nvPr/>
            </p:nvGrpSpPr>
            <p:grpSpPr bwMode="auto">
              <a:xfrm>
                <a:off x="4735" y="1627"/>
                <a:ext cx="582" cy="151"/>
                <a:chOff x="614" y="2568"/>
                <a:chExt cx="725" cy="139"/>
              </a:xfrm>
            </p:grpSpPr>
            <p:sp>
              <p:nvSpPr>
                <p:cNvPr id="592" name="AutoShape 265">
                  <a:extLst>
                    <a:ext uri="{FF2B5EF4-FFF2-40B4-BE49-F238E27FC236}">
                      <a16:creationId xmlns:a16="http://schemas.microsoft.com/office/drawing/2014/main" id="{D1AC5BF4-E89D-C54C-9532-3145197FC767}"/>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3" name="AutoShape 266">
                  <a:extLst>
                    <a:ext uri="{FF2B5EF4-FFF2-40B4-BE49-F238E27FC236}">
                      <a16:creationId xmlns:a16="http://schemas.microsoft.com/office/drawing/2014/main" id="{B591C210-483D-664F-890E-AFBB39A67B9B}"/>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7" name="Freeform 267">
                <a:extLst>
                  <a:ext uri="{FF2B5EF4-FFF2-40B4-BE49-F238E27FC236}">
                    <a16:creationId xmlns:a16="http://schemas.microsoft.com/office/drawing/2014/main" id="{B8C6C70D-CC0F-694B-A669-9BBB4ACE825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78" name="Group 268">
                <a:extLst>
                  <a:ext uri="{FF2B5EF4-FFF2-40B4-BE49-F238E27FC236}">
                    <a16:creationId xmlns:a16="http://schemas.microsoft.com/office/drawing/2014/main" id="{4E462C3F-F7E9-D246-B63B-18D693CCA681}"/>
                  </a:ext>
                </a:extLst>
              </p:cNvPr>
              <p:cNvGrpSpPr>
                <a:grpSpLocks/>
              </p:cNvGrpSpPr>
              <p:nvPr/>
            </p:nvGrpSpPr>
            <p:grpSpPr bwMode="auto">
              <a:xfrm>
                <a:off x="4739" y="1327"/>
                <a:ext cx="582" cy="139"/>
                <a:chOff x="614" y="2568"/>
                <a:chExt cx="725" cy="139"/>
              </a:xfrm>
            </p:grpSpPr>
            <p:sp>
              <p:nvSpPr>
                <p:cNvPr id="590" name="AutoShape 269">
                  <a:extLst>
                    <a:ext uri="{FF2B5EF4-FFF2-40B4-BE49-F238E27FC236}">
                      <a16:creationId xmlns:a16="http://schemas.microsoft.com/office/drawing/2014/main" id="{F87D5F38-C526-3844-9D17-420C9CF52641}"/>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1" name="AutoShape 270">
                  <a:extLst>
                    <a:ext uri="{FF2B5EF4-FFF2-40B4-BE49-F238E27FC236}">
                      <a16:creationId xmlns:a16="http://schemas.microsoft.com/office/drawing/2014/main" id="{665FDB72-82B7-5744-BFD9-92326F829E79}"/>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9" name="Rectangle 271">
                <a:extLst>
                  <a:ext uri="{FF2B5EF4-FFF2-40B4-BE49-F238E27FC236}">
                    <a16:creationId xmlns:a16="http://schemas.microsoft.com/office/drawing/2014/main" id="{87F918EE-460C-AB46-ADE4-835782BEEE88}"/>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0" name="Freeform 272">
                <a:extLst>
                  <a:ext uri="{FF2B5EF4-FFF2-40B4-BE49-F238E27FC236}">
                    <a16:creationId xmlns:a16="http://schemas.microsoft.com/office/drawing/2014/main" id="{875BD4B1-3FE8-184F-B21F-8F5A0180102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1" name="Freeform 273">
                <a:extLst>
                  <a:ext uri="{FF2B5EF4-FFF2-40B4-BE49-F238E27FC236}">
                    <a16:creationId xmlns:a16="http://schemas.microsoft.com/office/drawing/2014/main" id="{9F637DA8-E4FF-D14A-8DB3-E1EEA9C8DA1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2" name="Oval 274">
                <a:extLst>
                  <a:ext uri="{FF2B5EF4-FFF2-40B4-BE49-F238E27FC236}">
                    <a16:creationId xmlns:a16="http://schemas.microsoft.com/office/drawing/2014/main" id="{708699EF-D6D1-C541-8418-34D599614CDB}"/>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3" name="Freeform 275">
                <a:extLst>
                  <a:ext uri="{FF2B5EF4-FFF2-40B4-BE49-F238E27FC236}">
                    <a16:creationId xmlns:a16="http://schemas.microsoft.com/office/drawing/2014/main" id="{341D72F4-13EF-E648-886A-220386640CA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4" name="AutoShape 276">
                <a:extLst>
                  <a:ext uri="{FF2B5EF4-FFF2-40B4-BE49-F238E27FC236}">
                    <a16:creationId xmlns:a16="http://schemas.microsoft.com/office/drawing/2014/main" id="{D60FD49C-5BE8-3E4D-9D4C-092B14CBA0DF}"/>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5" name="AutoShape 277">
                <a:extLst>
                  <a:ext uri="{FF2B5EF4-FFF2-40B4-BE49-F238E27FC236}">
                    <a16:creationId xmlns:a16="http://schemas.microsoft.com/office/drawing/2014/main" id="{D6FE5442-9139-0544-96DE-8A76ED535BEE}"/>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6" name="Oval 278">
                <a:extLst>
                  <a:ext uri="{FF2B5EF4-FFF2-40B4-BE49-F238E27FC236}">
                    <a16:creationId xmlns:a16="http://schemas.microsoft.com/office/drawing/2014/main" id="{353D940D-8CE7-4D42-8C21-4BF9E27DD4D3}"/>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7" name="Oval 279">
                <a:extLst>
                  <a:ext uri="{FF2B5EF4-FFF2-40B4-BE49-F238E27FC236}">
                    <a16:creationId xmlns:a16="http://schemas.microsoft.com/office/drawing/2014/main" id="{8AF2F5C8-860F-3A41-9AAB-E640659EF5AA}"/>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88" name="Oval 280">
                <a:extLst>
                  <a:ext uri="{FF2B5EF4-FFF2-40B4-BE49-F238E27FC236}">
                    <a16:creationId xmlns:a16="http://schemas.microsoft.com/office/drawing/2014/main" id="{FD83A5C0-E8BB-5A42-B2F3-031F8CFDD58B}"/>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9" name="Rectangle 281">
                <a:extLst>
                  <a:ext uri="{FF2B5EF4-FFF2-40B4-BE49-F238E27FC236}">
                    <a16:creationId xmlns:a16="http://schemas.microsoft.com/office/drawing/2014/main" id="{374B95CA-913B-3A44-A703-F1F6FC003A6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65" name="TextBox 492">
              <a:extLst>
                <a:ext uri="{FF2B5EF4-FFF2-40B4-BE49-F238E27FC236}">
                  <a16:creationId xmlns:a16="http://schemas.microsoft.com/office/drawing/2014/main" id="{211ABD31-9730-0744-A6A7-5907D1E37073}"/>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cxnSp>
        <p:nvCxnSpPr>
          <p:cNvPr id="598" name="Straight Arrow Connector 495">
            <a:extLst>
              <a:ext uri="{FF2B5EF4-FFF2-40B4-BE49-F238E27FC236}">
                <a16:creationId xmlns:a16="http://schemas.microsoft.com/office/drawing/2014/main" id="{279837BE-A04C-CB42-B4FB-8C6A0CCB4DA2}"/>
              </a:ext>
            </a:extLst>
          </p:cNvPr>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a:extLst>
              <a:ext uri="{FF2B5EF4-FFF2-40B4-BE49-F238E27FC236}">
                <a16:creationId xmlns:a16="http://schemas.microsoft.com/office/drawing/2014/main" id="{6B3E7E01-8E8A-7F4B-B021-F846BAF86E52}"/>
              </a:ext>
            </a:extLst>
          </p:cNvPr>
          <p:cNvGrpSpPr>
            <a:grpSpLocks/>
          </p:cNvGrpSpPr>
          <p:nvPr/>
        </p:nvGrpSpPr>
        <p:grpSpPr bwMode="auto">
          <a:xfrm>
            <a:off x="5011788" y="3701476"/>
            <a:ext cx="317500" cy="369888"/>
            <a:chOff x="1614533" y="4280420"/>
            <a:chExt cx="317511" cy="369332"/>
          </a:xfrm>
        </p:grpSpPr>
        <p:sp>
          <p:nvSpPr>
            <p:cNvPr id="600" name="Oval 501">
              <a:extLst>
                <a:ext uri="{FF2B5EF4-FFF2-40B4-BE49-F238E27FC236}">
                  <a16:creationId xmlns:a16="http://schemas.microsoft.com/office/drawing/2014/main" id="{8E59746D-4C11-3643-A60F-3FE02E0D6F83}"/>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601" name="TextBox 502">
              <a:extLst>
                <a:ext uri="{FF2B5EF4-FFF2-40B4-BE49-F238E27FC236}">
                  <a16:creationId xmlns:a16="http://schemas.microsoft.com/office/drawing/2014/main" id="{7931AFA1-EAB0-E24F-BB22-BD16051C2BC7}"/>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2</a:t>
              </a:r>
            </a:p>
          </p:txBody>
        </p:sp>
      </p:grpSp>
      <p:sp>
        <p:nvSpPr>
          <p:cNvPr id="602" name="TextBox 503">
            <a:extLst>
              <a:ext uri="{FF2B5EF4-FFF2-40B4-BE49-F238E27FC236}">
                <a16:creationId xmlns:a16="http://schemas.microsoft.com/office/drawing/2014/main" id="{ACCD1315-AC83-B846-A00E-C64853642FB2}"/>
              </a:ext>
            </a:extLst>
          </p:cNvPr>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dirty="0">
                <a:latin typeface="Calibri" panose="020F0502020204030204" pitchFamily="34" charset="0"/>
                <a:cs typeface="Calibri" panose="020F0502020204030204" pitchFamily="34" charset="0"/>
              </a:rPr>
              <a:t>Bob browses</a:t>
            </a:r>
          </a:p>
          <a:p>
            <a:pPr>
              <a:lnSpc>
                <a:spcPct val="85000"/>
              </a:lnSpc>
            </a:pPr>
            <a:r>
              <a:rPr lang="en-US" altLang="en-US" dirty="0">
                <a:latin typeface="Calibri" panose="020F0502020204030204" pitchFamily="34" charset="0"/>
                <a:cs typeface="Calibri" panose="020F0502020204030204" pitchFamily="34" charset="0"/>
              </a:rPr>
              <a:t>Netflix video</a:t>
            </a:r>
          </a:p>
        </p:txBody>
      </p:sp>
      <p:cxnSp>
        <p:nvCxnSpPr>
          <p:cNvPr id="603" name="Straight Arrow Connector 504">
            <a:extLst>
              <a:ext uri="{FF2B5EF4-FFF2-40B4-BE49-F238E27FC236}">
                <a16:creationId xmlns:a16="http://schemas.microsoft.com/office/drawing/2014/main" id="{EFE62C9D-60F9-7D4B-BA56-1EBE34FBDBCD}"/>
              </a:ext>
            </a:extLst>
          </p:cNvPr>
          <p:cNvCxnSpPr>
            <a:cxnSpLocks noChangeShapeType="1"/>
          </p:cNvCxnSpPr>
          <p:nvPr/>
        </p:nvCxnSpPr>
        <p:spPr bwMode="auto">
          <a:xfrm flipH="1">
            <a:off x="5603035" y="2752151"/>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a:extLst>
              <a:ext uri="{FF2B5EF4-FFF2-40B4-BE49-F238E27FC236}">
                <a16:creationId xmlns:a16="http://schemas.microsoft.com/office/drawing/2014/main" id="{7F48A116-7728-7C45-85A7-B49A7F592F02}"/>
              </a:ext>
            </a:extLst>
          </p:cNvPr>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dirty="0">
                <a:latin typeface="+mn-lt"/>
              </a:rPr>
              <a:t>Manifest file, requested</a:t>
            </a:r>
          </a:p>
          <a:p>
            <a:pPr>
              <a:lnSpc>
                <a:spcPct val="90000"/>
              </a:lnSpc>
            </a:pPr>
            <a:r>
              <a:rPr lang="en-US" altLang="en-US" dirty="0">
                <a:latin typeface="+mn-lt"/>
              </a:rPr>
              <a:t>returned for </a:t>
            </a:r>
          </a:p>
          <a:p>
            <a:pPr>
              <a:lnSpc>
                <a:spcPct val="90000"/>
              </a:lnSpc>
            </a:pPr>
            <a:r>
              <a:rPr lang="en-US" altLang="en-US" dirty="0">
                <a:latin typeface="+mn-lt"/>
              </a:rPr>
              <a:t>specific video</a:t>
            </a:r>
          </a:p>
        </p:txBody>
      </p:sp>
      <p:sp>
        <p:nvSpPr>
          <p:cNvPr id="608" name="Right Arrow 607">
            <a:extLst>
              <a:ext uri="{FF2B5EF4-FFF2-40B4-BE49-F238E27FC236}">
                <a16:creationId xmlns:a16="http://schemas.microsoft.com/office/drawing/2014/main" id="{09321F34-EB4B-9A44-875C-0DBAFFE346E0}"/>
              </a:ext>
            </a:extLst>
          </p:cNvPr>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dirty="0">
              <a:latin typeface="Comic Sans MS" pitchFamily="66" charset="0"/>
              <a:ea typeface="ＭＳ Ｐゴシック" charset="0"/>
              <a:cs typeface="ＭＳ Ｐゴシック" charset="0"/>
            </a:endParaRPr>
          </a:p>
        </p:txBody>
      </p:sp>
      <p:cxnSp>
        <p:nvCxnSpPr>
          <p:cNvPr id="609" name="Straight Arrow Connector 513">
            <a:extLst>
              <a:ext uri="{FF2B5EF4-FFF2-40B4-BE49-F238E27FC236}">
                <a16:creationId xmlns:a16="http://schemas.microsoft.com/office/drawing/2014/main" id="{2E60477C-CB63-8A47-A47A-A283CBFC4D8E}"/>
              </a:ext>
            </a:extLst>
          </p:cNvPr>
          <p:cNvCxnSpPr>
            <a:cxnSpLocks noChangeShapeType="1"/>
          </p:cNvCxnSpPr>
          <p:nvPr/>
        </p:nvCxnSpPr>
        <p:spPr bwMode="auto">
          <a:xfrm flipV="1">
            <a:off x="5830938" y="5106414"/>
            <a:ext cx="1892300" cy="147637"/>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a:extLst>
              <a:ext uri="{FF2B5EF4-FFF2-40B4-BE49-F238E27FC236}">
                <a16:creationId xmlns:a16="http://schemas.microsoft.com/office/drawing/2014/main" id="{99E15D1D-24AB-3E40-8053-50249594BDE4}"/>
              </a:ext>
            </a:extLst>
          </p:cNvPr>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dirty="0">
                <a:latin typeface="+mn-lt"/>
              </a:rPr>
              <a:t>DASH server selected, contacted, streaming begins</a:t>
            </a:r>
          </a:p>
        </p:txBody>
      </p:sp>
      <p:cxnSp>
        <p:nvCxnSpPr>
          <p:cNvPr id="611" name="Straight Arrow Connector 517">
            <a:extLst>
              <a:ext uri="{FF2B5EF4-FFF2-40B4-BE49-F238E27FC236}">
                <a16:creationId xmlns:a16="http://schemas.microsoft.com/office/drawing/2014/main" id="{C2F8BE22-C3B0-B34C-A67E-BE97EE4CA55F}"/>
              </a:ext>
            </a:extLst>
          </p:cNvPr>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a:extLst>
              <a:ext uri="{FF2B5EF4-FFF2-40B4-BE49-F238E27FC236}">
                <a16:creationId xmlns:a16="http://schemas.microsoft.com/office/drawing/2014/main" id="{1F774F1E-9CDB-E443-A38C-58927BC147D9}"/>
              </a:ext>
            </a:extLst>
          </p:cNvPr>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a:extLst>
              <a:ext uri="{FF2B5EF4-FFF2-40B4-BE49-F238E27FC236}">
                <a16:creationId xmlns:a16="http://schemas.microsoft.com/office/drawing/2014/main" id="{36474ED6-E17E-B043-AD18-DC720F9537BD}"/>
              </a:ext>
            </a:extLst>
          </p:cNvPr>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a:extLst>
              <a:ext uri="{FF2B5EF4-FFF2-40B4-BE49-F238E27FC236}">
                <a16:creationId xmlns:a16="http://schemas.microsoft.com/office/drawing/2014/main" id="{2D3FC503-629E-CB4D-95AA-A0E328B57DCF}"/>
              </a:ext>
            </a:extLst>
          </p:cNvPr>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upload copies of multiple versions of video to CDN servers</a:t>
            </a:r>
          </a:p>
        </p:txBody>
      </p:sp>
      <p:grpSp>
        <p:nvGrpSpPr>
          <p:cNvPr id="615" name="Group 383">
            <a:extLst>
              <a:ext uri="{FF2B5EF4-FFF2-40B4-BE49-F238E27FC236}">
                <a16:creationId xmlns:a16="http://schemas.microsoft.com/office/drawing/2014/main" id="{ED81B171-178A-4A4F-AC04-E4B530AD7962}"/>
              </a:ext>
            </a:extLst>
          </p:cNvPr>
          <p:cNvGrpSpPr>
            <a:grpSpLocks/>
          </p:cNvGrpSpPr>
          <p:nvPr/>
        </p:nvGrpSpPr>
        <p:grpSpPr bwMode="auto">
          <a:xfrm>
            <a:off x="8329663" y="3056951"/>
            <a:ext cx="1374775" cy="1354138"/>
            <a:chOff x="7030938" y="1184076"/>
            <a:chExt cx="1375947" cy="1355492"/>
          </a:xfrm>
        </p:grpSpPr>
        <p:sp>
          <p:nvSpPr>
            <p:cNvPr id="616" name="Freeform 1287">
              <a:extLst>
                <a:ext uri="{FF2B5EF4-FFF2-40B4-BE49-F238E27FC236}">
                  <a16:creationId xmlns:a16="http://schemas.microsoft.com/office/drawing/2014/main" id="{649D8938-A131-444F-AE9E-8D5D4F32A27D}"/>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17" name="Group 249">
              <a:extLst>
                <a:ext uri="{FF2B5EF4-FFF2-40B4-BE49-F238E27FC236}">
                  <a16:creationId xmlns:a16="http://schemas.microsoft.com/office/drawing/2014/main" id="{978A5A5C-B4FF-2040-922C-51261B7EAC06}"/>
                </a:ext>
              </a:extLst>
            </p:cNvPr>
            <p:cNvGrpSpPr>
              <a:grpSpLocks/>
            </p:cNvGrpSpPr>
            <p:nvPr/>
          </p:nvGrpSpPr>
          <p:grpSpPr bwMode="auto">
            <a:xfrm>
              <a:off x="7191141" y="1665569"/>
              <a:ext cx="365533" cy="637551"/>
              <a:chOff x="4140" y="429"/>
              <a:chExt cx="1425" cy="2396"/>
            </a:xfrm>
          </p:grpSpPr>
          <p:sp>
            <p:nvSpPr>
              <p:cNvPr id="619" name="Freeform 250">
                <a:extLst>
                  <a:ext uri="{FF2B5EF4-FFF2-40B4-BE49-F238E27FC236}">
                    <a16:creationId xmlns:a16="http://schemas.microsoft.com/office/drawing/2014/main" id="{96FC33B4-96C2-C340-BB6E-F7329E60205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0" name="Rectangle 251">
                <a:extLst>
                  <a:ext uri="{FF2B5EF4-FFF2-40B4-BE49-F238E27FC236}">
                    <a16:creationId xmlns:a16="http://schemas.microsoft.com/office/drawing/2014/main" id="{610312A6-A966-B049-98BE-3FA50487EE56}"/>
                  </a:ext>
                </a:extLst>
              </p:cNvPr>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21" name="Freeform 252">
                <a:extLst>
                  <a:ext uri="{FF2B5EF4-FFF2-40B4-BE49-F238E27FC236}">
                    <a16:creationId xmlns:a16="http://schemas.microsoft.com/office/drawing/2014/main" id="{5A7D71CE-AA89-1C46-932D-D42C6E378E71}"/>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2" name="Freeform 253">
                <a:extLst>
                  <a:ext uri="{FF2B5EF4-FFF2-40B4-BE49-F238E27FC236}">
                    <a16:creationId xmlns:a16="http://schemas.microsoft.com/office/drawing/2014/main" id="{6BBBC2E5-8406-6749-A6EE-D56A1B3A2DC5}"/>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3" name="Rectangle 254">
                <a:extLst>
                  <a:ext uri="{FF2B5EF4-FFF2-40B4-BE49-F238E27FC236}">
                    <a16:creationId xmlns:a16="http://schemas.microsoft.com/office/drawing/2014/main" id="{A4FC3092-FA25-064E-ADC8-5B6D38620A1D}"/>
                  </a:ext>
                </a:extLst>
              </p:cNvPr>
              <p:cNvSpPr>
                <a:spLocks noChangeArrowheads="1"/>
              </p:cNvSpPr>
              <p:nvPr/>
            </p:nvSpPr>
            <p:spPr bwMode="auto">
              <a:xfrm>
                <a:off x="4215" y="698"/>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4" name="Group 255">
                <a:extLst>
                  <a:ext uri="{FF2B5EF4-FFF2-40B4-BE49-F238E27FC236}">
                    <a16:creationId xmlns:a16="http://schemas.microsoft.com/office/drawing/2014/main" id="{1D5110E2-280C-9246-8D10-399EC61CBD9A}"/>
                  </a:ext>
                </a:extLst>
              </p:cNvPr>
              <p:cNvGrpSpPr>
                <a:grpSpLocks/>
              </p:cNvGrpSpPr>
              <p:nvPr/>
            </p:nvGrpSpPr>
            <p:grpSpPr bwMode="auto">
              <a:xfrm>
                <a:off x="4749" y="668"/>
                <a:ext cx="581" cy="145"/>
                <a:chOff x="614" y="2568"/>
                <a:chExt cx="725" cy="139"/>
              </a:xfrm>
            </p:grpSpPr>
            <p:sp>
              <p:nvSpPr>
                <p:cNvPr id="649" name="AutoShape 256">
                  <a:extLst>
                    <a:ext uri="{FF2B5EF4-FFF2-40B4-BE49-F238E27FC236}">
                      <a16:creationId xmlns:a16="http://schemas.microsoft.com/office/drawing/2014/main" id="{D83986DD-3F09-D440-8EF9-EF826DC36A7D}"/>
                    </a:ext>
                  </a:extLst>
                </p:cNvPr>
                <p:cNvSpPr>
                  <a:spLocks noChangeArrowheads="1"/>
                </p:cNvSpPr>
                <p:nvPr/>
              </p:nvSpPr>
              <p:spPr bwMode="auto">
                <a:xfrm>
                  <a:off x="613" y="2574"/>
                  <a:ext cx="727"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50" name="AutoShape 257">
                  <a:extLst>
                    <a:ext uri="{FF2B5EF4-FFF2-40B4-BE49-F238E27FC236}">
                      <a16:creationId xmlns:a16="http://schemas.microsoft.com/office/drawing/2014/main" id="{2583E301-FAE7-5A41-95D0-08085C409021}"/>
                    </a:ext>
                  </a:extLst>
                </p:cNvPr>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25" name="Rectangle 258">
                <a:extLst>
                  <a:ext uri="{FF2B5EF4-FFF2-40B4-BE49-F238E27FC236}">
                    <a16:creationId xmlns:a16="http://schemas.microsoft.com/office/drawing/2014/main" id="{A1487D88-15EC-1245-9F32-55511FA09AF5}"/>
                  </a:ext>
                </a:extLst>
              </p:cNvPr>
              <p:cNvSpPr>
                <a:spLocks noChangeArrowheads="1"/>
              </p:cNvSpPr>
              <p:nvPr/>
            </p:nvSpPr>
            <p:spPr bwMode="auto">
              <a:xfrm>
                <a:off x="4228" y="1020"/>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6" name="Group 259">
                <a:extLst>
                  <a:ext uri="{FF2B5EF4-FFF2-40B4-BE49-F238E27FC236}">
                    <a16:creationId xmlns:a16="http://schemas.microsoft.com/office/drawing/2014/main" id="{C1C66C5E-AA22-2942-9FE1-CC0D53BC7F94}"/>
                  </a:ext>
                </a:extLst>
              </p:cNvPr>
              <p:cNvGrpSpPr>
                <a:grpSpLocks/>
              </p:cNvGrpSpPr>
              <p:nvPr/>
            </p:nvGrpSpPr>
            <p:grpSpPr bwMode="auto">
              <a:xfrm>
                <a:off x="4747" y="994"/>
                <a:ext cx="581" cy="134"/>
                <a:chOff x="614" y="2568"/>
                <a:chExt cx="725" cy="139"/>
              </a:xfrm>
            </p:grpSpPr>
            <p:sp>
              <p:nvSpPr>
                <p:cNvPr id="647" name="AutoShape 260">
                  <a:extLst>
                    <a:ext uri="{FF2B5EF4-FFF2-40B4-BE49-F238E27FC236}">
                      <a16:creationId xmlns:a16="http://schemas.microsoft.com/office/drawing/2014/main" id="{7FD3A1E2-9440-B74D-96F8-52E4B7A8667A}"/>
                    </a:ext>
                  </a:extLst>
                </p:cNvPr>
                <p:cNvSpPr>
                  <a:spLocks noChangeArrowheads="1"/>
                </p:cNvSpPr>
                <p:nvPr/>
              </p:nvSpPr>
              <p:spPr bwMode="auto">
                <a:xfrm>
                  <a:off x="615"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8" name="AutoShape 261">
                  <a:extLst>
                    <a:ext uri="{FF2B5EF4-FFF2-40B4-BE49-F238E27FC236}">
                      <a16:creationId xmlns:a16="http://schemas.microsoft.com/office/drawing/2014/main" id="{0EA90844-82E2-7041-BE56-FE6D4EE0D8CC}"/>
                    </a:ext>
                  </a:extLst>
                </p:cNvPr>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27" name="Rectangle 262">
                <a:extLst>
                  <a:ext uri="{FF2B5EF4-FFF2-40B4-BE49-F238E27FC236}">
                    <a16:creationId xmlns:a16="http://schemas.microsoft.com/office/drawing/2014/main" id="{283833E2-9E6A-EC4E-A8CC-83ADC14E1B22}"/>
                  </a:ext>
                </a:extLst>
              </p:cNvPr>
              <p:cNvSpPr>
                <a:spLocks noChangeArrowheads="1"/>
              </p:cNvSpPr>
              <p:nvPr/>
            </p:nvSpPr>
            <p:spPr bwMode="auto">
              <a:xfrm>
                <a:off x="4215"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28" name="Rectangle 263">
                <a:extLst>
                  <a:ext uri="{FF2B5EF4-FFF2-40B4-BE49-F238E27FC236}">
                    <a16:creationId xmlns:a16="http://schemas.microsoft.com/office/drawing/2014/main" id="{72732886-1C08-7C45-9F6F-69CB57B77660}"/>
                  </a:ext>
                </a:extLst>
              </p:cNvPr>
              <p:cNvSpPr>
                <a:spLocks noChangeArrowheads="1"/>
              </p:cNvSpPr>
              <p:nvPr/>
            </p:nvSpPr>
            <p:spPr bwMode="auto">
              <a:xfrm>
                <a:off x="4228" y="1653"/>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9" name="Group 264">
                <a:extLst>
                  <a:ext uri="{FF2B5EF4-FFF2-40B4-BE49-F238E27FC236}">
                    <a16:creationId xmlns:a16="http://schemas.microsoft.com/office/drawing/2014/main" id="{F80FFB68-2EC3-9346-8509-64CDCE4976E5}"/>
                  </a:ext>
                </a:extLst>
              </p:cNvPr>
              <p:cNvGrpSpPr>
                <a:grpSpLocks/>
              </p:cNvGrpSpPr>
              <p:nvPr/>
            </p:nvGrpSpPr>
            <p:grpSpPr bwMode="auto">
              <a:xfrm>
                <a:off x="4735" y="1627"/>
                <a:ext cx="582" cy="151"/>
                <a:chOff x="614" y="2568"/>
                <a:chExt cx="725" cy="139"/>
              </a:xfrm>
            </p:grpSpPr>
            <p:sp>
              <p:nvSpPr>
                <p:cNvPr id="645" name="AutoShape 265">
                  <a:extLst>
                    <a:ext uri="{FF2B5EF4-FFF2-40B4-BE49-F238E27FC236}">
                      <a16:creationId xmlns:a16="http://schemas.microsoft.com/office/drawing/2014/main" id="{55598102-FF9E-094C-A817-A698CCABCCE2}"/>
                    </a:ext>
                  </a:extLst>
                </p:cNvPr>
                <p:cNvSpPr>
                  <a:spLocks noChangeArrowheads="1"/>
                </p:cNvSpPr>
                <p:nvPr/>
              </p:nvSpPr>
              <p:spPr bwMode="auto">
                <a:xfrm>
                  <a:off x="615"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6" name="AutoShape 266">
                  <a:extLst>
                    <a:ext uri="{FF2B5EF4-FFF2-40B4-BE49-F238E27FC236}">
                      <a16:creationId xmlns:a16="http://schemas.microsoft.com/office/drawing/2014/main" id="{D7709F49-ABD3-434B-989F-ED0F57022C0B}"/>
                    </a:ext>
                  </a:extLst>
                </p:cNvPr>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30" name="Freeform 267">
                <a:extLst>
                  <a:ext uri="{FF2B5EF4-FFF2-40B4-BE49-F238E27FC236}">
                    <a16:creationId xmlns:a16="http://schemas.microsoft.com/office/drawing/2014/main" id="{58E0CD6F-F7D1-5D4D-85C8-B937D37C361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31" name="Group 268">
                <a:extLst>
                  <a:ext uri="{FF2B5EF4-FFF2-40B4-BE49-F238E27FC236}">
                    <a16:creationId xmlns:a16="http://schemas.microsoft.com/office/drawing/2014/main" id="{CEE525EE-C76D-CD47-83B8-8D86FCB35A05}"/>
                  </a:ext>
                </a:extLst>
              </p:cNvPr>
              <p:cNvGrpSpPr>
                <a:grpSpLocks/>
              </p:cNvGrpSpPr>
              <p:nvPr/>
            </p:nvGrpSpPr>
            <p:grpSpPr bwMode="auto">
              <a:xfrm>
                <a:off x="4739" y="1327"/>
                <a:ext cx="582" cy="139"/>
                <a:chOff x="614" y="2568"/>
                <a:chExt cx="725" cy="139"/>
              </a:xfrm>
            </p:grpSpPr>
            <p:sp>
              <p:nvSpPr>
                <p:cNvPr id="643" name="AutoShape 269">
                  <a:extLst>
                    <a:ext uri="{FF2B5EF4-FFF2-40B4-BE49-F238E27FC236}">
                      <a16:creationId xmlns:a16="http://schemas.microsoft.com/office/drawing/2014/main" id="{BE4F71D7-817B-934C-9F75-91A7222E7ADE}"/>
                    </a:ext>
                  </a:extLst>
                </p:cNvPr>
                <p:cNvSpPr>
                  <a:spLocks noChangeArrowheads="1"/>
                </p:cNvSpPr>
                <p:nvPr/>
              </p:nvSpPr>
              <p:spPr bwMode="auto">
                <a:xfrm>
                  <a:off x="625"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4" name="AutoShape 270">
                  <a:extLst>
                    <a:ext uri="{FF2B5EF4-FFF2-40B4-BE49-F238E27FC236}">
                      <a16:creationId xmlns:a16="http://schemas.microsoft.com/office/drawing/2014/main" id="{DA479A9C-0837-6141-A6AC-E8D851E4B1F7}"/>
                    </a:ext>
                  </a:extLst>
                </p:cNvPr>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32" name="Rectangle 271">
                <a:extLst>
                  <a:ext uri="{FF2B5EF4-FFF2-40B4-BE49-F238E27FC236}">
                    <a16:creationId xmlns:a16="http://schemas.microsoft.com/office/drawing/2014/main" id="{7BAB7EEF-CEF0-7747-B60A-1243972235BC}"/>
                  </a:ext>
                </a:extLst>
              </p:cNvPr>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3" name="Freeform 272">
                <a:extLst>
                  <a:ext uri="{FF2B5EF4-FFF2-40B4-BE49-F238E27FC236}">
                    <a16:creationId xmlns:a16="http://schemas.microsoft.com/office/drawing/2014/main" id="{23F88BAC-4F2F-884A-8A11-0DD0411366E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4" name="Freeform 273">
                <a:extLst>
                  <a:ext uri="{FF2B5EF4-FFF2-40B4-BE49-F238E27FC236}">
                    <a16:creationId xmlns:a16="http://schemas.microsoft.com/office/drawing/2014/main" id="{153D6F6F-1B37-4B46-8C7B-5C383D66A5BF}"/>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5" name="Oval 274">
                <a:extLst>
                  <a:ext uri="{FF2B5EF4-FFF2-40B4-BE49-F238E27FC236}">
                    <a16:creationId xmlns:a16="http://schemas.microsoft.com/office/drawing/2014/main" id="{FE063EE0-3ACE-EE46-BFFC-669BFB49B33B}"/>
                  </a:ext>
                </a:extLst>
              </p:cNvPr>
              <p:cNvSpPr>
                <a:spLocks noChangeArrowheads="1"/>
              </p:cNvSpPr>
              <p:nvPr/>
            </p:nvSpPr>
            <p:spPr bwMode="auto">
              <a:xfrm>
                <a:off x="5516"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6" name="Freeform 275">
                <a:extLst>
                  <a:ext uri="{FF2B5EF4-FFF2-40B4-BE49-F238E27FC236}">
                    <a16:creationId xmlns:a16="http://schemas.microsoft.com/office/drawing/2014/main" id="{F382B54D-43FD-C049-8E97-A803ADCCCEC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7" name="AutoShape 276">
                <a:extLst>
                  <a:ext uri="{FF2B5EF4-FFF2-40B4-BE49-F238E27FC236}">
                    <a16:creationId xmlns:a16="http://schemas.microsoft.com/office/drawing/2014/main" id="{04306910-BCCD-F549-8CAC-9CE8C9FB958C}"/>
                  </a:ext>
                </a:extLst>
              </p:cNvPr>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8" name="AutoShape 277">
                <a:extLst>
                  <a:ext uri="{FF2B5EF4-FFF2-40B4-BE49-F238E27FC236}">
                    <a16:creationId xmlns:a16="http://schemas.microsoft.com/office/drawing/2014/main" id="{A2BF0BB2-374A-E249-971B-EAE24E4D47F2}"/>
                  </a:ext>
                </a:extLst>
              </p:cNvPr>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9" name="Oval 278">
                <a:extLst>
                  <a:ext uri="{FF2B5EF4-FFF2-40B4-BE49-F238E27FC236}">
                    <a16:creationId xmlns:a16="http://schemas.microsoft.com/office/drawing/2014/main" id="{8C0A6A7B-745C-6B46-852C-B11809C108C5}"/>
                  </a:ext>
                </a:extLst>
              </p:cNvPr>
              <p:cNvSpPr>
                <a:spLocks noChangeArrowheads="1"/>
              </p:cNvSpPr>
              <p:nvPr/>
            </p:nvSpPr>
            <p:spPr bwMode="auto">
              <a:xfrm>
                <a:off x="4308" y="2382"/>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0" name="Oval 279">
                <a:extLst>
                  <a:ext uri="{FF2B5EF4-FFF2-40B4-BE49-F238E27FC236}">
                    <a16:creationId xmlns:a16="http://schemas.microsoft.com/office/drawing/2014/main" id="{F519574B-5DE0-1444-8817-E97F7447BAD7}"/>
                  </a:ext>
                </a:extLst>
              </p:cNvPr>
              <p:cNvSpPr>
                <a:spLocks noChangeArrowheads="1"/>
              </p:cNvSpPr>
              <p:nvPr/>
            </p:nvSpPr>
            <p:spPr bwMode="auto">
              <a:xfrm>
                <a:off x="4488" y="2382"/>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641" name="Oval 280">
                <a:extLst>
                  <a:ext uri="{FF2B5EF4-FFF2-40B4-BE49-F238E27FC236}">
                    <a16:creationId xmlns:a16="http://schemas.microsoft.com/office/drawing/2014/main" id="{A1AC7CC8-F925-F640-BE0B-5676C61A1D8F}"/>
                  </a:ext>
                </a:extLst>
              </p:cNvPr>
              <p:cNvSpPr>
                <a:spLocks noChangeArrowheads="1"/>
              </p:cNvSpPr>
              <p:nvPr/>
            </p:nvSpPr>
            <p:spPr bwMode="auto">
              <a:xfrm>
                <a:off x="4661" y="2382"/>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2" name="Rectangle 281">
                <a:extLst>
                  <a:ext uri="{FF2B5EF4-FFF2-40B4-BE49-F238E27FC236}">
                    <a16:creationId xmlns:a16="http://schemas.microsoft.com/office/drawing/2014/main" id="{CC4B114D-F910-7D4F-A5C3-DF3B435A6B38}"/>
                  </a:ext>
                </a:extLst>
              </p:cNvPr>
              <p:cNvSpPr>
                <a:spLocks noChangeArrowheads="1"/>
              </p:cNvSpPr>
              <p:nvPr/>
            </p:nvSpPr>
            <p:spPr bwMode="auto">
              <a:xfrm>
                <a:off x="5064" y="1832"/>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18" name="TextBox 492">
              <a:extLst>
                <a:ext uri="{FF2B5EF4-FFF2-40B4-BE49-F238E27FC236}">
                  <a16:creationId xmlns:a16="http://schemas.microsoft.com/office/drawing/2014/main" id="{85F6E22B-EB95-3A45-AEE7-DFC0ADFCA07F}"/>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grpSp>
        <p:nvGrpSpPr>
          <p:cNvPr id="651" name="Group 468">
            <a:extLst>
              <a:ext uri="{FF2B5EF4-FFF2-40B4-BE49-F238E27FC236}">
                <a16:creationId xmlns:a16="http://schemas.microsoft.com/office/drawing/2014/main" id="{1F4063A8-67FD-484E-8F6F-19E370A56F74}"/>
              </a:ext>
            </a:extLst>
          </p:cNvPr>
          <p:cNvGrpSpPr>
            <a:grpSpLocks/>
          </p:cNvGrpSpPr>
          <p:nvPr/>
        </p:nvGrpSpPr>
        <p:grpSpPr bwMode="auto">
          <a:xfrm>
            <a:off x="7966126" y="4447601"/>
            <a:ext cx="1376362" cy="1355725"/>
            <a:chOff x="7030938" y="1184076"/>
            <a:chExt cx="1375947" cy="1355492"/>
          </a:xfrm>
        </p:grpSpPr>
        <p:sp>
          <p:nvSpPr>
            <p:cNvPr id="652" name="Freeform 1287">
              <a:extLst>
                <a:ext uri="{FF2B5EF4-FFF2-40B4-BE49-F238E27FC236}">
                  <a16:creationId xmlns:a16="http://schemas.microsoft.com/office/drawing/2014/main" id="{B9C0A66B-0217-C040-AA59-40CF97C7DE9C}"/>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53" name="Group 249">
              <a:extLst>
                <a:ext uri="{FF2B5EF4-FFF2-40B4-BE49-F238E27FC236}">
                  <a16:creationId xmlns:a16="http://schemas.microsoft.com/office/drawing/2014/main" id="{2D0460A7-D522-2B45-8D08-2C9B88DFAE18}"/>
                </a:ext>
              </a:extLst>
            </p:cNvPr>
            <p:cNvGrpSpPr>
              <a:grpSpLocks/>
            </p:cNvGrpSpPr>
            <p:nvPr/>
          </p:nvGrpSpPr>
          <p:grpSpPr bwMode="auto">
            <a:xfrm>
              <a:off x="7191141" y="1665569"/>
              <a:ext cx="365533" cy="637551"/>
              <a:chOff x="4140" y="429"/>
              <a:chExt cx="1425" cy="2396"/>
            </a:xfrm>
          </p:grpSpPr>
          <p:sp>
            <p:nvSpPr>
              <p:cNvPr id="656" name="Freeform 250">
                <a:extLst>
                  <a:ext uri="{FF2B5EF4-FFF2-40B4-BE49-F238E27FC236}">
                    <a16:creationId xmlns:a16="http://schemas.microsoft.com/office/drawing/2014/main" id="{23138FC9-3550-5249-8349-BED738B58162}"/>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57" name="Rectangle 251">
                <a:extLst>
                  <a:ext uri="{FF2B5EF4-FFF2-40B4-BE49-F238E27FC236}">
                    <a16:creationId xmlns:a16="http://schemas.microsoft.com/office/drawing/2014/main" id="{DFCF1873-FB16-2A47-A936-08D8C3908C75}"/>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58" name="Freeform 252">
                <a:extLst>
                  <a:ext uri="{FF2B5EF4-FFF2-40B4-BE49-F238E27FC236}">
                    <a16:creationId xmlns:a16="http://schemas.microsoft.com/office/drawing/2014/main" id="{8867C201-6EA6-9C40-BFA6-0B88C51117B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59" name="Freeform 253">
                <a:extLst>
                  <a:ext uri="{FF2B5EF4-FFF2-40B4-BE49-F238E27FC236}">
                    <a16:creationId xmlns:a16="http://schemas.microsoft.com/office/drawing/2014/main" id="{3AABF7A5-C9C5-0341-A27E-5E16A3148A8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60" name="Rectangle 254">
                <a:extLst>
                  <a:ext uri="{FF2B5EF4-FFF2-40B4-BE49-F238E27FC236}">
                    <a16:creationId xmlns:a16="http://schemas.microsoft.com/office/drawing/2014/main" id="{455C9642-187B-834C-A852-DD74D736A9F1}"/>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1" name="Group 255">
                <a:extLst>
                  <a:ext uri="{FF2B5EF4-FFF2-40B4-BE49-F238E27FC236}">
                    <a16:creationId xmlns:a16="http://schemas.microsoft.com/office/drawing/2014/main" id="{149ADA1A-B66F-F44C-B49C-96E50A1BB861}"/>
                  </a:ext>
                </a:extLst>
              </p:cNvPr>
              <p:cNvGrpSpPr>
                <a:grpSpLocks/>
              </p:cNvGrpSpPr>
              <p:nvPr/>
            </p:nvGrpSpPr>
            <p:grpSpPr bwMode="auto">
              <a:xfrm>
                <a:off x="4749" y="668"/>
                <a:ext cx="581" cy="145"/>
                <a:chOff x="614" y="2568"/>
                <a:chExt cx="725" cy="139"/>
              </a:xfrm>
            </p:grpSpPr>
            <p:sp>
              <p:nvSpPr>
                <p:cNvPr id="686" name="AutoShape 256">
                  <a:extLst>
                    <a:ext uri="{FF2B5EF4-FFF2-40B4-BE49-F238E27FC236}">
                      <a16:creationId xmlns:a16="http://schemas.microsoft.com/office/drawing/2014/main" id="{3D4D4A1D-9D61-334E-A979-8E927E535A8C}"/>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7" name="AutoShape 257">
                  <a:extLst>
                    <a:ext uri="{FF2B5EF4-FFF2-40B4-BE49-F238E27FC236}">
                      <a16:creationId xmlns:a16="http://schemas.microsoft.com/office/drawing/2014/main" id="{2DFF9622-EBDD-994E-9C23-DFAF566A40E0}"/>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2" name="Rectangle 258">
                <a:extLst>
                  <a:ext uri="{FF2B5EF4-FFF2-40B4-BE49-F238E27FC236}">
                    <a16:creationId xmlns:a16="http://schemas.microsoft.com/office/drawing/2014/main" id="{67544B8E-E01F-7547-B897-14F34EFC29EA}"/>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3" name="Group 259">
                <a:extLst>
                  <a:ext uri="{FF2B5EF4-FFF2-40B4-BE49-F238E27FC236}">
                    <a16:creationId xmlns:a16="http://schemas.microsoft.com/office/drawing/2014/main" id="{BB1B2199-F34E-E045-9E41-BBFD51213E27}"/>
                  </a:ext>
                </a:extLst>
              </p:cNvPr>
              <p:cNvGrpSpPr>
                <a:grpSpLocks/>
              </p:cNvGrpSpPr>
              <p:nvPr/>
            </p:nvGrpSpPr>
            <p:grpSpPr bwMode="auto">
              <a:xfrm>
                <a:off x="4747" y="994"/>
                <a:ext cx="581" cy="134"/>
                <a:chOff x="614" y="2568"/>
                <a:chExt cx="725" cy="139"/>
              </a:xfrm>
            </p:grpSpPr>
            <p:sp>
              <p:nvSpPr>
                <p:cNvPr id="684" name="AutoShape 260">
                  <a:extLst>
                    <a:ext uri="{FF2B5EF4-FFF2-40B4-BE49-F238E27FC236}">
                      <a16:creationId xmlns:a16="http://schemas.microsoft.com/office/drawing/2014/main" id="{04EC1E9B-DEF9-7D4F-BB30-E66D453A83EC}"/>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5" name="AutoShape 261">
                  <a:extLst>
                    <a:ext uri="{FF2B5EF4-FFF2-40B4-BE49-F238E27FC236}">
                      <a16:creationId xmlns:a16="http://schemas.microsoft.com/office/drawing/2014/main" id="{EA6D699D-898F-BF48-AD9A-A94EAD59BD0C}"/>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4" name="Rectangle 262">
                <a:extLst>
                  <a:ext uri="{FF2B5EF4-FFF2-40B4-BE49-F238E27FC236}">
                    <a16:creationId xmlns:a16="http://schemas.microsoft.com/office/drawing/2014/main" id="{30D84565-21B0-BE47-BC52-3F0A28E359B3}"/>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65" name="Rectangle 263">
                <a:extLst>
                  <a:ext uri="{FF2B5EF4-FFF2-40B4-BE49-F238E27FC236}">
                    <a16:creationId xmlns:a16="http://schemas.microsoft.com/office/drawing/2014/main" id="{3B6F9D69-B90F-DC4E-A12B-6FEA059DFAB6}"/>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6" name="Group 264">
                <a:extLst>
                  <a:ext uri="{FF2B5EF4-FFF2-40B4-BE49-F238E27FC236}">
                    <a16:creationId xmlns:a16="http://schemas.microsoft.com/office/drawing/2014/main" id="{7B18D0D0-1ADE-D442-929E-03B5DFF8E07D}"/>
                  </a:ext>
                </a:extLst>
              </p:cNvPr>
              <p:cNvGrpSpPr>
                <a:grpSpLocks/>
              </p:cNvGrpSpPr>
              <p:nvPr/>
            </p:nvGrpSpPr>
            <p:grpSpPr bwMode="auto">
              <a:xfrm>
                <a:off x="4735" y="1627"/>
                <a:ext cx="582" cy="151"/>
                <a:chOff x="614" y="2568"/>
                <a:chExt cx="725" cy="139"/>
              </a:xfrm>
            </p:grpSpPr>
            <p:sp>
              <p:nvSpPr>
                <p:cNvPr id="682" name="AutoShape 265">
                  <a:extLst>
                    <a:ext uri="{FF2B5EF4-FFF2-40B4-BE49-F238E27FC236}">
                      <a16:creationId xmlns:a16="http://schemas.microsoft.com/office/drawing/2014/main" id="{2ED33A29-9B5C-2949-9B49-85A622144C3D}"/>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3" name="AutoShape 266">
                  <a:extLst>
                    <a:ext uri="{FF2B5EF4-FFF2-40B4-BE49-F238E27FC236}">
                      <a16:creationId xmlns:a16="http://schemas.microsoft.com/office/drawing/2014/main" id="{DD17768B-B278-F340-9453-6A65E080AC69}"/>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7" name="Freeform 267">
                <a:extLst>
                  <a:ext uri="{FF2B5EF4-FFF2-40B4-BE49-F238E27FC236}">
                    <a16:creationId xmlns:a16="http://schemas.microsoft.com/office/drawing/2014/main" id="{44786768-03EF-9C42-9E7E-763D03736EC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68" name="Group 268">
                <a:extLst>
                  <a:ext uri="{FF2B5EF4-FFF2-40B4-BE49-F238E27FC236}">
                    <a16:creationId xmlns:a16="http://schemas.microsoft.com/office/drawing/2014/main" id="{3F092F53-E6C4-294E-B9DB-F9FCB4A11513}"/>
                  </a:ext>
                </a:extLst>
              </p:cNvPr>
              <p:cNvGrpSpPr>
                <a:grpSpLocks/>
              </p:cNvGrpSpPr>
              <p:nvPr/>
            </p:nvGrpSpPr>
            <p:grpSpPr bwMode="auto">
              <a:xfrm>
                <a:off x="4739" y="1327"/>
                <a:ext cx="582" cy="139"/>
                <a:chOff x="614" y="2568"/>
                <a:chExt cx="725" cy="139"/>
              </a:xfrm>
            </p:grpSpPr>
            <p:sp>
              <p:nvSpPr>
                <p:cNvPr id="680" name="AutoShape 269">
                  <a:extLst>
                    <a:ext uri="{FF2B5EF4-FFF2-40B4-BE49-F238E27FC236}">
                      <a16:creationId xmlns:a16="http://schemas.microsoft.com/office/drawing/2014/main" id="{FAFE9E88-3B2B-D44C-92A2-65E4DC3D40E5}"/>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1" name="AutoShape 270">
                  <a:extLst>
                    <a:ext uri="{FF2B5EF4-FFF2-40B4-BE49-F238E27FC236}">
                      <a16:creationId xmlns:a16="http://schemas.microsoft.com/office/drawing/2014/main" id="{6C5F47DA-6DEF-FA4E-94CD-9EFA19B5EA7D}"/>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9" name="Rectangle 271">
                <a:extLst>
                  <a:ext uri="{FF2B5EF4-FFF2-40B4-BE49-F238E27FC236}">
                    <a16:creationId xmlns:a16="http://schemas.microsoft.com/office/drawing/2014/main" id="{5F9378F9-57E8-B44A-A8D5-701FD5F1026C}"/>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0" name="Freeform 272">
                <a:extLst>
                  <a:ext uri="{FF2B5EF4-FFF2-40B4-BE49-F238E27FC236}">
                    <a16:creationId xmlns:a16="http://schemas.microsoft.com/office/drawing/2014/main" id="{4FA23443-D76D-BE46-A177-4B50A0E5C2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1" name="Freeform 273">
                <a:extLst>
                  <a:ext uri="{FF2B5EF4-FFF2-40B4-BE49-F238E27FC236}">
                    <a16:creationId xmlns:a16="http://schemas.microsoft.com/office/drawing/2014/main" id="{EFD1162B-0D1F-EE4D-B5B8-B0FDE1337318}"/>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2" name="Oval 274">
                <a:extLst>
                  <a:ext uri="{FF2B5EF4-FFF2-40B4-BE49-F238E27FC236}">
                    <a16:creationId xmlns:a16="http://schemas.microsoft.com/office/drawing/2014/main" id="{427FFE7B-3222-8D44-A0E2-7E96B748D881}"/>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3" name="Freeform 275">
                <a:extLst>
                  <a:ext uri="{FF2B5EF4-FFF2-40B4-BE49-F238E27FC236}">
                    <a16:creationId xmlns:a16="http://schemas.microsoft.com/office/drawing/2014/main" id="{2C7795BD-69AA-1B4A-8155-38632EB8DA2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4" name="AutoShape 276">
                <a:extLst>
                  <a:ext uri="{FF2B5EF4-FFF2-40B4-BE49-F238E27FC236}">
                    <a16:creationId xmlns:a16="http://schemas.microsoft.com/office/drawing/2014/main" id="{3F60B798-45FB-0447-93C8-575681D29E7B}"/>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5" name="AutoShape 277">
                <a:extLst>
                  <a:ext uri="{FF2B5EF4-FFF2-40B4-BE49-F238E27FC236}">
                    <a16:creationId xmlns:a16="http://schemas.microsoft.com/office/drawing/2014/main" id="{8EE24BF1-FE3F-6A49-978C-78AF83087277}"/>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6" name="Oval 278">
                <a:extLst>
                  <a:ext uri="{FF2B5EF4-FFF2-40B4-BE49-F238E27FC236}">
                    <a16:creationId xmlns:a16="http://schemas.microsoft.com/office/drawing/2014/main" id="{7F9D4FF6-D896-1D46-A2E5-D174460B906A}"/>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7" name="Oval 279">
                <a:extLst>
                  <a:ext uri="{FF2B5EF4-FFF2-40B4-BE49-F238E27FC236}">
                    <a16:creationId xmlns:a16="http://schemas.microsoft.com/office/drawing/2014/main" id="{3D923F1E-7CFC-1044-97F4-EC626AE06894}"/>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678" name="Oval 280">
                <a:extLst>
                  <a:ext uri="{FF2B5EF4-FFF2-40B4-BE49-F238E27FC236}">
                    <a16:creationId xmlns:a16="http://schemas.microsoft.com/office/drawing/2014/main" id="{68E181CA-FA54-2445-984B-A7F46B46738A}"/>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9" name="Rectangle 281">
                <a:extLst>
                  <a:ext uri="{FF2B5EF4-FFF2-40B4-BE49-F238E27FC236}">
                    <a16:creationId xmlns:a16="http://schemas.microsoft.com/office/drawing/2014/main" id="{DFA97CB4-7797-6B4E-91A2-F912B803E47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55" name="TextBox 492">
              <a:extLst>
                <a:ext uri="{FF2B5EF4-FFF2-40B4-BE49-F238E27FC236}">
                  <a16:creationId xmlns:a16="http://schemas.microsoft.com/office/drawing/2014/main" id="{7068FD70-7334-DA44-A8A7-DFAD06A4AB20}"/>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cxnSp>
        <p:nvCxnSpPr>
          <p:cNvPr id="274" name="Straight Arrow Connector 504">
            <a:extLst>
              <a:ext uri="{FF2B5EF4-FFF2-40B4-BE49-F238E27FC236}">
                <a16:creationId xmlns:a16="http://schemas.microsoft.com/office/drawing/2014/main" id="{5D4803A6-5120-9249-9B0D-9CEBD23A4B26}"/>
              </a:ext>
            </a:extLst>
          </p:cNvPr>
          <p:cNvCxnSpPr>
            <a:cxnSpLocks noChangeShapeType="1"/>
          </p:cNvCxnSpPr>
          <p:nvPr/>
        </p:nvCxnSpPr>
        <p:spPr bwMode="auto">
          <a:xfrm flipH="1" flipV="1">
            <a:off x="5509310" y="2754538"/>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a:extLst>
              <a:ext uri="{FF2B5EF4-FFF2-40B4-BE49-F238E27FC236}">
                <a16:creationId xmlns:a16="http://schemas.microsoft.com/office/drawing/2014/main" id="{CA80422C-7E02-A144-948D-5245DCC63371}"/>
              </a:ext>
            </a:extLst>
          </p:cNvPr>
          <p:cNvGrpSpPr>
            <a:grpSpLocks/>
          </p:cNvGrpSpPr>
          <p:nvPr/>
        </p:nvGrpSpPr>
        <p:grpSpPr bwMode="auto">
          <a:xfrm>
            <a:off x="5403711" y="4070974"/>
            <a:ext cx="313443" cy="369887"/>
            <a:chOff x="1628337" y="4280420"/>
            <a:chExt cx="313454" cy="369332"/>
          </a:xfrm>
        </p:grpSpPr>
        <p:sp>
          <p:nvSpPr>
            <p:cNvPr id="605" name="Oval 507">
              <a:extLst>
                <a:ext uri="{FF2B5EF4-FFF2-40B4-BE49-F238E27FC236}">
                  <a16:creationId xmlns:a16="http://schemas.microsoft.com/office/drawing/2014/main" id="{6C6E3565-A7E1-BB4F-A5A2-ADC74ED01772}"/>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606" name="TextBox 508">
              <a:extLst>
                <a:ext uri="{FF2B5EF4-FFF2-40B4-BE49-F238E27FC236}">
                  <a16:creationId xmlns:a16="http://schemas.microsoft.com/office/drawing/2014/main" id="{1A915091-292D-DB44-84BE-09CE011ACD41}"/>
                </a:ext>
              </a:extLst>
            </p:cNvPr>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3</a:t>
              </a:r>
            </a:p>
          </p:txBody>
        </p:sp>
      </p:grpSp>
      <p:grpSp>
        <p:nvGrpSpPr>
          <p:cNvPr id="277" name="Group 61440">
            <a:extLst>
              <a:ext uri="{FF2B5EF4-FFF2-40B4-BE49-F238E27FC236}">
                <a16:creationId xmlns:a16="http://schemas.microsoft.com/office/drawing/2014/main" id="{C9DAF9E7-B368-E648-8480-583CC17D3351}"/>
              </a:ext>
            </a:extLst>
          </p:cNvPr>
          <p:cNvGrpSpPr>
            <a:grpSpLocks/>
          </p:cNvGrpSpPr>
          <p:nvPr/>
        </p:nvGrpSpPr>
        <p:grpSpPr bwMode="auto">
          <a:xfrm>
            <a:off x="6589730" y="5116123"/>
            <a:ext cx="313033" cy="368300"/>
            <a:chOff x="1624009" y="4280420"/>
            <a:chExt cx="313044" cy="369332"/>
          </a:xfrm>
        </p:grpSpPr>
        <p:sp>
          <p:nvSpPr>
            <p:cNvPr id="278" name="Oval 486">
              <a:extLst>
                <a:ext uri="{FF2B5EF4-FFF2-40B4-BE49-F238E27FC236}">
                  <a16:creationId xmlns:a16="http://schemas.microsoft.com/office/drawing/2014/main" id="{D4E0D954-5E01-4D47-909D-D3D467877141}"/>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279" name="TextBox 487">
              <a:extLst>
                <a:ext uri="{FF2B5EF4-FFF2-40B4-BE49-F238E27FC236}">
                  <a16:creationId xmlns:a16="http://schemas.microsoft.com/office/drawing/2014/main" id="{115C3489-C4B7-914F-B574-4089A1E61484}"/>
                </a:ext>
              </a:extLst>
            </p:cNvPr>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4</a:t>
              </a:r>
            </a:p>
          </p:txBody>
        </p:sp>
      </p:grpSp>
      <p:sp>
        <p:nvSpPr>
          <p:cNvPr id="280" name="Slide Number Placeholder 2">
            <a:extLst>
              <a:ext uri="{FF2B5EF4-FFF2-40B4-BE49-F238E27FC236}">
                <a16:creationId xmlns:a16="http://schemas.microsoft.com/office/drawing/2014/main" id="{1C019BC0-6874-A744-88ED-3DAEAB50042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119</a:t>
            </a:fld>
            <a:endParaRPr lang="en-US" dirty="0"/>
          </a:p>
        </p:txBody>
      </p:sp>
    </p:spTree>
    <p:extLst>
      <p:ext uri="{BB962C8B-B14F-4D97-AF65-F5344CB8AC3E}">
        <p14:creationId xmlns:p14="http://schemas.microsoft.com/office/powerpoint/2010/main" val="3419947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19812</TotalTime>
  <Words>11057</Words>
  <Application>Microsoft Macintosh PowerPoint</Application>
  <PresentationFormat>Widescreen</PresentationFormat>
  <Paragraphs>2274</Paragraphs>
  <Slides>119</Slides>
  <Notes>117</Notes>
  <HiddenSlides>17</HiddenSlides>
  <MMClips>0</MMClips>
  <ScaleCrop>false</ScaleCrop>
  <HeadingPairs>
    <vt:vector size="6" baseType="variant">
      <vt:variant>
        <vt:lpstr>Fonts Used</vt:lpstr>
      </vt:variant>
      <vt:variant>
        <vt:i4>13</vt:i4>
      </vt:variant>
      <vt:variant>
        <vt:lpstr>Theme</vt:lpstr>
      </vt:variant>
      <vt:variant>
        <vt:i4>3</vt:i4>
      </vt:variant>
      <vt:variant>
        <vt:lpstr>Slide Titles</vt:lpstr>
      </vt:variant>
      <vt:variant>
        <vt:i4>119</vt:i4>
      </vt:variant>
    </vt:vector>
  </HeadingPairs>
  <TitlesOfParts>
    <vt:vector size="135" baseType="lpstr">
      <vt:lpstr>ＭＳ Ｐゴシック</vt:lpstr>
      <vt:lpstr>Arial</vt:lpstr>
      <vt:lpstr>Arial Narrow</vt:lpstr>
      <vt:lpstr>Calibri</vt:lpstr>
      <vt:lpstr>Calibri Light</vt:lpstr>
      <vt:lpstr>Comic Sans MS</vt:lpstr>
      <vt:lpstr>Courier</vt:lpstr>
      <vt:lpstr>Courier New</vt:lpstr>
      <vt:lpstr>Gill Sans MT</vt:lpstr>
      <vt:lpstr>Tahoma</vt:lpstr>
      <vt:lpstr>Times New Roman</vt:lpstr>
      <vt:lpstr>Wingdings</vt:lpstr>
      <vt:lpstr>ZapfDingbats</vt:lpstr>
      <vt:lpstr>Office Theme</vt:lpstr>
      <vt:lpstr>1_Office Theme</vt:lpstr>
      <vt:lpstr>3_Office Theme</vt:lpstr>
      <vt:lpstr>PowerPoint Presentation</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PowerPoint Presentation</vt:lpstr>
      <vt:lpstr>PowerPoint Presentation</vt:lpstr>
      <vt:lpstr>PowerPoint Presentation</vt:lpstr>
      <vt:lpstr>PowerPoint Presentation</vt:lpstr>
      <vt:lpstr>Web caches</vt:lpstr>
      <vt:lpstr>Web caches (aka proxy servers)</vt:lpstr>
      <vt:lpstr>Caching example</vt:lpstr>
      <vt:lpstr>Option 1: buy a faster access link</vt:lpstr>
      <vt:lpstr>Option 2: install a web cache</vt:lpstr>
      <vt:lpstr>Calculating access link utilization, end-end delay with cache:</vt:lpstr>
      <vt:lpstr>Browser caching: Conditional GET</vt:lpstr>
      <vt:lpstr>HTTP/2</vt:lpstr>
      <vt:lpstr>HTTP/2</vt:lpstr>
      <vt:lpstr>HTTP/2: mitigating HOL blocking</vt:lpstr>
      <vt:lpstr>HTTP/2: mitigating HOL blocking</vt:lpstr>
      <vt:lpstr>HTTP/2 to HTTP/3</vt:lpstr>
      <vt:lpstr>QUIC: Quick UDP Internet Connections</vt:lpstr>
      <vt:lpstr>QUIC: Quick UDP Internet Connections</vt:lpstr>
      <vt:lpstr>QUIC: Connection establishment</vt:lpstr>
      <vt:lpstr>QUIC: 0-RTT Connection establishment</vt:lpstr>
      <vt:lpstr>Application layer: overview</vt:lpstr>
      <vt:lpstr>E-mail</vt:lpstr>
      <vt:lpstr>E-mail: mail servers</vt:lpstr>
      <vt:lpstr>SMTP RFC (5321)</vt:lpstr>
      <vt:lpstr>Scenario: Alice sends e-mail to Bob</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Additional Chapter 2 slides</vt:lpstr>
      <vt:lpstr>Socket programming: waiting for multiple events</vt:lpstr>
      <vt:lpstr>PowerPoint Presentation</vt:lpstr>
      <vt:lpstr>PowerPoint Presentation</vt:lpstr>
      <vt:lpstr>Socket programming: socket timeouts</vt:lpstr>
      <vt:lpstr>Sample SMTP interaction</vt:lpstr>
      <vt:lpstr>CDN content access: a closer look</vt:lpstr>
      <vt:lpstr>Case study: Netflix</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Dominik Böhler</cp:lastModifiedBy>
  <cp:revision>329</cp:revision>
  <dcterms:created xsi:type="dcterms:W3CDTF">2020-01-18T07:24:59Z</dcterms:created>
  <dcterms:modified xsi:type="dcterms:W3CDTF">2026-10-09T13:30:33Z</dcterms:modified>
</cp:coreProperties>
</file>